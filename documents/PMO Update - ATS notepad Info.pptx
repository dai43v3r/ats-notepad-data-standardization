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tags/tag3.xml" ContentType="application/vnd.openxmlformats-officedocument.presentationml.tags+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17"/>
  </p:notesMasterIdLst>
  <p:handoutMasterIdLst>
    <p:handoutMasterId r:id="rId18"/>
  </p:handoutMasterIdLst>
  <p:sldIdLst>
    <p:sldId id="2146449438" r:id="rId6"/>
    <p:sldId id="2147307993" r:id="rId7"/>
    <p:sldId id="325" r:id="rId8"/>
    <p:sldId id="2146449380" r:id="rId9"/>
    <p:sldId id="285" r:id="rId10"/>
    <p:sldId id="302" r:id="rId11"/>
    <p:sldId id="2146449373" r:id="rId12"/>
    <p:sldId id="2147307992" r:id="rId13"/>
    <p:sldId id="2147307991" r:id="rId14"/>
    <p:sldId id="2146846598" r:id="rId15"/>
    <p:sldId id="214644940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 Divider - White Type with Photo Background" id="{B8300DE1-8515-4E20-A816-51156A3B9B9C}">
          <p14:sldIdLst/>
        </p14:section>
        <p14:section name="Cover / Divider - Black Type with Photo Background" id="{56A5D588-50A3-4FB0-93C8-EA677E425BA7}">
          <p14:sldIdLst/>
        </p14:section>
        <p14:section name="Cover / Slider - Solid Color Background" id="{D9772AC1-A0AA-40C8-B248-2939C3CC316E}">
          <p14:sldIdLst>
            <p14:sldId id="2146449438"/>
            <p14:sldId id="2147307993"/>
          </p14:sldIdLst>
        </p14:section>
        <p14:section name="Agenda" id="{02BDF891-7A42-46F9-BE60-FB3E1617C6F4}">
          <p14:sldIdLst/>
        </p14:section>
        <p14:section name="Content (No Photo)" id="{A7C21464-EAA6-45C6-9664-1B78FDBE38F2}">
          <p14:sldIdLst>
            <p14:sldId id="325"/>
            <p14:sldId id="2146449380"/>
            <p14:sldId id="285"/>
            <p14:sldId id="302"/>
            <p14:sldId id="2146449373"/>
            <p14:sldId id="2147307992"/>
            <p14:sldId id="2147307991"/>
            <p14:sldId id="2146846598"/>
          </p14:sldIdLst>
        </p14:section>
        <p14:section name="Content (Lifestyle Photo)" id="{BCDD4F48-52F8-4CBA-8E66-053AB614853A}">
          <p14:sldIdLst/>
        </p14:section>
        <p14:section name="Quotes" id="{92CF5CCF-28A5-437C-A838-B49639018BCC}">
          <p14:sldIdLst/>
        </p14:section>
        <p14:section name="Samples" id="{063DEEF7-FBCF-4C28-9EFA-95FE6EBB5BFC}">
          <p14:sldIdLst>
            <p14:sldId id="2146449404"/>
          </p14:sldIdLst>
        </p14:section>
      </p14:sectionLst>
    </p:ext>
    <p:ext uri="{EFAFB233-063F-42B5-8137-9DF3F51BA10A}">
      <p15:sldGuideLst xmlns:p15="http://schemas.microsoft.com/office/powerpoint/2012/main">
        <p15:guide id="2" pos="3816" userDrawn="1">
          <p15:clr>
            <a:srgbClr val="A4A3A4"/>
          </p15:clr>
        </p15:guide>
        <p15:guide id="3" orient="horz" pos="218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D47C0B-B40B-07CA-A9EE-5A02140181B7}" name="Martin Maguss" initials="MM" userId="Martin Maguss" providerId="None"/>
  <p188:author id="{C48A3743-0457-4018-7B42-29295CDA45A3}" name="Jennifer LeBeau" initials="JL" userId="S::jennifer@bluewave.com::f6bd8909-2bd6-4e81-aa58-9be47e081106" providerId="AD"/>
  <p188:author id="{FFF8CBA5-A46E-CD5B-7CFD-0E4FF45D5C3D}" name="Karen Kamberg" initials="KK" userId="S::karen@bluewave.com::c20f3c9c-c40c-4216-88b2-9882d2d88269" providerId="AD"/>
  <p188:author id="{E780CEB7-CE51-77E8-145F-98A7F1996000}" name="Margot Northover" initials="MN" userId="S::margot@bluewave.com::7fefb1b8-7e23-4f57-a6b5-cd042b78b1b8" providerId="AD"/>
  <p188:author id="{251401ED-16E9-EE2A-84B4-B4E3EF4F86DE}" name="Martin Maguss" initials="MM" userId="S::martin@bluewave.com::32051155-8c73-4279-9d79-6ea5d41f6b5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FC4"/>
    <a:srgbClr val="FFFFFF"/>
    <a:srgbClr val="CCE2FD"/>
    <a:srgbClr val="BBD8FC"/>
    <a:srgbClr val="AACFFB"/>
    <a:srgbClr val="98C5FA"/>
    <a:srgbClr val="87BBFA"/>
    <a:srgbClr val="76B1F9"/>
    <a:srgbClr val="65A8F8"/>
    <a:srgbClr val="549E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101" d="100"/>
          <a:sy n="101" d="100"/>
        </p:scale>
        <p:origin x="900" y="138"/>
      </p:cViewPr>
      <p:guideLst>
        <p:guide pos="3816"/>
        <p:guide orient="horz" pos="2184"/>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slide" Target="slides/slide10.xml"/><Relationship Id="rId23" Type="http://schemas.microsoft.com/office/2018/10/relationships/authors" Target="authors.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barahond\Downloads\A4%20ultima%20semana%20agosto.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barahond\Downloads\A4%20ultima%20semana%20agosto.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barahond\Downloads\A4%20ultima%20semana%20agosto.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[A4 ultima semana agosto.xlsx]Root Cause!PivotTable1</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Top 10 Root Cause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'Root Cause'!$B$3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'Root Cause'!$A$4:$A$15</c:f>
              <c:strCache>
                <c:ptCount val="11"/>
                <c:pt idx="0">
                  <c:v>Supplies</c:v>
                </c:pt>
                <c:pt idx="1">
                  <c:v>printhead</c:v>
                </c:pt>
                <c:pt idx="2">
                  <c:v>ADF/Scanner</c:v>
                </c:pt>
                <c:pt idx="3">
                  <c:v>Hard drive/ eMMC</c:v>
                </c:pt>
                <c:pt idx="4">
                  <c:v>unknown</c:v>
                </c:pt>
                <c:pt idx="5">
                  <c:v>EOSL</c:v>
                </c:pt>
                <c:pt idx="6">
                  <c:v>Formatter</c:v>
                </c:pt>
                <c:pt idx="7">
                  <c:v>fuser</c:v>
                </c:pt>
                <c:pt idx="8">
                  <c:v>Input accessory</c:v>
                </c:pt>
                <c:pt idx="9">
                  <c:v>Pick up assy</c:v>
                </c:pt>
                <c:pt idx="10">
                  <c:v>Tray cassette</c:v>
                </c:pt>
              </c:strCache>
            </c:strRef>
          </c:cat>
          <c:val>
            <c:numRef>
              <c:f>'Root Cause'!$B$4:$B$15</c:f>
              <c:numCache>
                <c:formatCode>General</c:formatCode>
                <c:ptCount val="11"/>
                <c:pt idx="0">
                  <c:v>42</c:v>
                </c:pt>
                <c:pt idx="1">
                  <c:v>25</c:v>
                </c:pt>
                <c:pt idx="2">
                  <c:v>24</c:v>
                </c:pt>
                <c:pt idx="3">
                  <c:v>12</c:v>
                </c:pt>
                <c:pt idx="4">
                  <c:v>12</c:v>
                </c:pt>
                <c:pt idx="5">
                  <c:v>9</c:v>
                </c:pt>
                <c:pt idx="6">
                  <c:v>8</c:v>
                </c:pt>
                <c:pt idx="7">
                  <c:v>8</c:v>
                </c:pt>
                <c:pt idx="8">
                  <c:v>8</c:v>
                </c:pt>
                <c:pt idx="9">
                  <c:v>7</c:v>
                </c:pt>
                <c:pt idx="10">
                  <c:v>7</c:v>
                </c:pt>
              </c:numCache>
            </c:numRef>
          </c:val>
          <c:extLst>
            <c:ext xmlns:c16="http://schemas.microsoft.com/office/drawing/2014/chart" uri="{C3380CC4-5D6E-409C-BE32-E72D297353CC}">
              <c16:uniqueId val="{00000000-94FF-4E0B-B359-7845B5D34EAE}"/>
            </c:ext>
          </c:extLst>
        </c:ser>
        <c:dLbls>
          <c:dLblPos val="outEnd"/>
          <c:showLegendKey val="0"/>
          <c:showVal val="1"/>
          <c:showCatName val="0"/>
          <c:showSerName val="0"/>
          <c:showPercent val="0"/>
          <c:showBubbleSize val="0"/>
        </c:dLbls>
        <c:gapWidth val="219"/>
        <c:overlap val="-27"/>
        <c:axId val="204487056"/>
        <c:axId val="204499952"/>
      </c:barChart>
      <c:catAx>
        <c:axId val="204487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499952"/>
        <c:crosses val="autoZero"/>
        <c:auto val="1"/>
        <c:lblAlgn val="ctr"/>
        <c:lblOffset val="100"/>
        <c:noMultiLvlLbl val="0"/>
      </c:catAx>
      <c:valAx>
        <c:axId val="2044999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48705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[A4 ultima semana agosto.xlsx]Fix!PivotTable3</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Top 5 Fix</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Fix!$B$3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Fix!$A$4:$A$9</c:f>
              <c:strCache>
                <c:ptCount val="5"/>
                <c:pt idx="0">
                  <c:v>Part replacement</c:v>
                </c:pt>
                <c:pt idx="1">
                  <c:v>WUR / EE</c:v>
                </c:pt>
                <c:pt idx="2">
                  <c:v>EOSL</c:v>
                </c:pt>
                <c:pt idx="3">
                  <c:v>L3 Elevation</c:v>
                </c:pt>
                <c:pt idx="4">
                  <c:v>Customer network / environment</c:v>
                </c:pt>
              </c:strCache>
            </c:strRef>
          </c:cat>
          <c:val>
            <c:numRef>
              <c:f>Fix!$B$4:$B$9</c:f>
              <c:numCache>
                <c:formatCode>General</c:formatCode>
                <c:ptCount val="5"/>
                <c:pt idx="0">
                  <c:v>110</c:v>
                </c:pt>
                <c:pt idx="1">
                  <c:v>56</c:v>
                </c:pt>
                <c:pt idx="2">
                  <c:v>24</c:v>
                </c:pt>
                <c:pt idx="3">
                  <c:v>14</c:v>
                </c:pt>
                <c:pt idx="4">
                  <c:v>8</c:v>
                </c:pt>
              </c:numCache>
            </c:numRef>
          </c:val>
          <c:extLst>
            <c:ext xmlns:c16="http://schemas.microsoft.com/office/drawing/2014/chart" uri="{C3380CC4-5D6E-409C-BE32-E72D297353CC}">
              <c16:uniqueId val="{00000000-0141-4928-A92C-46242069E29E}"/>
            </c:ext>
          </c:extLst>
        </c:ser>
        <c:dLbls>
          <c:dLblPos val="outEnd"/>
          <c:showLegendKey val="0"/>
          <c:showVal val="1"/>
          <c:showCatName val="0"/>
          <c:showSerName val="0"/>
          <c:showPercent val="0"/>
          <c:showBubbleSize val="0"/>
        </c:dLbls>
        <c:gapWidth val="219"/>
        <c:overlap val="-27"/>
        <c:axId val="204508688"/>
        <c:axId val="204492880"/>
      </c:barChart>
      <c:catAx>
        <c:axId val="204508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492880"/>
        <c:crosses val="autoZero"/>
        <c:auto val="1"/>
        <c:lblAlgn val="ctr"/>
        <c:lblOffset val="100"/>
        <c:noMultiLvlLbl val="0"/>
      </c:catAx>
      <c:valAx>
        <c:axId val="2044928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5086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[A4 ultima semana agosto.xlsx]Prevent!PivotTable4</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Top 5 Prevent</a:t>
            </a:r>
            <a:endParaRPr lang="en-US" baseline="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Sheet4!$B$3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Sheet4!$A$4:$A$9</c:f>
              <c:strCache>
                <c:ptCount val="5"/>
                <c:pt idx="0">
                  <c:v>Field Opportunity – HPCE</c:v>
                </c:pt>
                <c:pt idx="1">
                  <c:v>Product limitation</c:v>
                </c:pt>
                <c:pt idx="2">
                  <c:v>Customer-DBD/Environment/Availability</c:v>
                </c:pt>
                <c:pt idx="3">
                  <c:v>Parts/Product DOA-Logistics Issue</c:v>
                </c:pt>
                <c:pt idx="4">
                  <c:v>Product Quality</c:v>
                </c:pt>
              </c:strCache>
            </c:strRef>
          </c:cat>
          <c:val>
            <c:numRef>
              <c:f>Sheet4!$B$4:$B$9</c:f>
              <c:numCache>
                <c:formatCode>General</c:formatCode>
                <c:ptCount val="5"/>
                <c:pt idx="0">
                  <c:v>49</c:v>
                </c:pt>
                <c:pt idx="1">
                  <c:v>34</c:v>
                </c:pt>
                <c:pt idx="2">
                  <c:v>33</c:v>
                </c:pt>
                <c:pt idx="3">
                  <c:v>30</c:v>
                </c:pt>
                <c:pt idx="4">
                  <c:v>20</c:v>
                </c:pt>
              </c:numCache>
            </c:numRef>
          </c:val>
          <c:extLst>
            <c:ext xmlns:c16="http://schemas.microsoft.com/office/drawing/2014/chart" uri="{C3380CC4-5D6E-409C-BE32-E72D297353CC}">
              <c16:uniqueId val="{00000000-5B2F-47D2-906B-797ED740B1BB}"/>
            </c:ext>
          </c:extLst>
        </c:ser>
        <c:dLbls>
          <c:dLblPos val="outEnd"/>
          <c:showLegendKey val="0"/>
          <c:showVal val="1"/>
          <c:showCatName val="0"/>
          <c:showSerName val="0"/>
          <c:showPercent val="0"/>
          <c:showBubbleSize val="0"/>
        </c:dLbls>
        <c:gapWidth val="219"/>
        <c:overlap val="-27"/>
        <c:axId val="284469792"/>
        <c:axId val="284489760"/>
      </c:barChart>
      <c:catAx>
        <c:axId val="284469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4489760"/>
        <c:crosses val="autoZero"/>
        <c:auto val="1"/>
        <c:lblAlgn val="ctr"/>
        <c:lblOffset val="100"/>
        <c:noMultiLvlLbl val="0"/>
      </c:catAx>
      <c:valAx>
        <c:axId val="2844897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446979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E31647A-642C-4704-95CE-E90FC3B8BFAB}"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GB"/>
        </a:p>
      </dgm:t>
    </dgm:pt>
    <dgm:pt modelId="{8E6159E6-960D-4AF3-9837-8C315301A6D7}">
      <dgm:prSet phldrT="[Text]"/>
      <dgm:spPr/>
      <dgm:t>
        <a:bodyPr/>
        <a:lstStyle/>
        <a:p>
          <a:r>
            <a:rPr lang="es-ES" dirty="0" err="1"/>
            <a:t>Pilot</a:t>
          </a:r>
          <a:endParaRPr lang="en-GB" dirty="0"/>
        </a:p>
      </dgm:t>
    </dgm:pt>
    <dgm:pt modelId="{3F383224-4F5A-4C0C-AC4A-A91458C2F94D}" type="parTrans" cxnId="{9A91683A-D6FC-428D-BB5A-4125E349DE60}">
      <dgm:prSet/>
      <dgm:spPr/>
      <dgm:t>
        <a:bodyPr/>
        <a:lstStyle/>
        <a:p>
          <a:endParaRPr lang="en-GB"/>
        </a:p>
      </dgm:t>
    </dgm:pt>
    <dgm:pt modelId="{4254D96A-A05E-4D04-A463-EC150ECAF73F}" type="sibTrans" cxnId="{9A91683A-D6FC-428D-BB5A-4125E349DE60}">
      <dgm:prSet/>
      <dgm:spPr/>
      <dgm:t>
        <a:bodyPr/>
        <a:lstStyle/>
        <a:p>
          <a:endParaRPr lang="en-GB"/>
        </a:p>
      </dgm:t>
    </dgm:pt>
    <dgm:pt modelId="{A5DF03BF-596A-497F-9C2B-33DA03640748}">
      <dgm:prSet phldrT="[Text]"/>
      <dgm:spPr/>
      <dgm:t>
        <a:bodyPr/>
        <a:lstStyle/>
        <a:p>
          <a:r>
            <a:rPr lang="es-ES" dirty="0"/>
            <a:t>New </a:t>
          </a:r>
          <a:r>
            <a:rPr lang="es-ES" dirty="0" err="1"/>
            <a:t>fields</a:t>
          </a:r>
          <a:endParaRPr lang="es-ES" dirty="0"/>
        </a:p>
        <a:p>
          <a:r>
            <a:rPr lang="es-ES" dirty="0" err="1"/>
            <a:t>Deployment</a:t>
          </a:r>
          <a:endParaRPr lang="en-GB" dirty="0"/>
        </a:p>
      </dgm:t>
    </dgm:pt>
    <dgm:pt modelId="{4A295639-389E-4642-9BA8-E5282D69E137}" type="parTrans" cxnId="{821B5747-EF00-4D59-BD64-1CF3EA2483A8}">
      <dgm:prSet/>
      <dgm:spPr/>
      <dgm:t>
        <a:bodyPr/>
        <a:lstStyle/>
        <a:p>
          <a:endParaRPr lang="en-GB"/>
        </a:p>
      </dgm:t>
    </dgm:pt>
    <dgm:pt modelId="{D52D2E20-F6C5-4D8F-BBDB-4F5F218BC11C}" type="sibTrans" cxnId="{821B5747-EF00-4D59-BD64-1CF3EA2483A8}">
      <dgm:prSet/>
      <dgm:spPr/>
      <dgm:t>
        <a:bodyPr/>
        <a:lstStyle/>
        <a:p>
          <a:endParaRPr lang="en-GB"/>
        </a:p>
      </dgm:t>
    </dgm:pt>
    <dgm:pt modelId="{3F5F4BFA-BF0F-410B-9A41-9A6F07C3DA9F}">
      <dgm:prSet phldrT="[Text]"/>
      <dgm:spPr>
        <a:solidFill>
          <a:schemeClr val="bg1">
            <a:lumMod val="85000"/>
            <a:alpha val="90000"/>
          </a:schemeClr>
        </a:solidFill>
      </dgm:spPr>
      <dgm:t>
        <a:bodyPr/>
        <a:lstStyle/>
        <a:p>
          <a:r>
            <a:rPr lang="es-ES" dirty="0">
              <a:solidFill>
                <a:schemeClr val="bg1"/>
              </a:solidFill>
            </a:rPr>
            <a:t>New design </a:t>
          </a:r>
          <a:r>
            <a:rPr lang="es-ES" dirty="0" err="1">
              <a:solidFill>
                <a:schemeClr val="bg1"/>
              </a:solidFill>
            </a:rPr>
            <a:t>Deployment</a:t>
          </a:r>
          <a:endParaRPr lang="en-GB" dirty="0">
            <a:solidFill>
              <a:schemeClr val="bg1"/>
            </a:solidFill>
          </a:endParaRPr>
        </a:p>
      </dgm:t>
    </dgm:pt>
    <dgm:pt modelId="{16273FF1-7340-429B-914C-E7573805AC05}" type="parTrans" cxnId="{F183F8F4-2C1B-4B43-B2D6-DA6328A125B2}">
      <dgm:prSet/>
      <dgm:spPr/>
      <dgm:t>
        <a:bodyPr/>
        <a:lstStyle/>
        <a:p>
          <a:endParaRPr lang="en-GB"/>
        </a:p>
      </dgm:t>
    </dgm:pt>
    <dgm:pt modelId="{14DEAD75-E638-4B3A-A867-C56A71FB6DCD}" type="sibTrans" cxnId="{F183F8F4-2C1B-4B43-B2D6-DA6328A125B2}">
      <dgm:prSet/>
      <dgm:spPr/>
      <dgm:t>
        <a:bodyPr/>
        <a:lstStyle/>
        <a:p>
          <a:endParaRPr lang="en-GB"/>
        </a:p>
      </dgm:t>
    </dgm:pt>
    <dgm:pt modelId="{05A39A5E-AC5C-4488-89AE-EF702B3FD3BB}" type="pres">
      <dgm:prSet presAssocID="{9E31647A-642C-4704-95CE-E90FC3B8BFAB}" presName="Name0" presStyleCnt="0">
        <dgm:presLayoutVars>
          <dgm:chMax val="11"/>
          <dgm:chPref val="11"/>
          <dgm:dir/>
          <dgm:resizeHandles/>
        </dgm:presLayoutVars>
      </dgm:prSet>
      <dgm:spPr/>
    </dgm:pt>
    <dgm:pt modelId="{10C1F71C-6E3B-4DA1-BBC0-7083FA600E7E}" type="pres">
      <dgm:prSet presAssocID="{3F5F4BFA-BF0F-410B-9A41-9A6F07C3DA9F}" presName="Accent3" presStyleCnt="0"/>
      <dgm:spPr/>
    </dgm:pt>
    <dgm:pt modelId="{D3543E6C-AA75-4309-A46F-80635FDAEB46}" type="pres">
      <dgm:prSet presAssocID="{3F5F4BFA-BF0F-410B-9A41-9A6F07C3DA9F}" presName="Accent" presStyleLbl="node1" presStyleIdx="0" presStyleCnt="3"/>
      <dgm:spPr>
        <a:solidFill>
          <a:schemeClr val="bg1">
            <a:lumMod val="75000"/>
          </a:schemeClr>
        </a:solidFill>
      </dgm:spPr>
    </dgm:pt>
    <dgm:pt modelId="{0DAC3CD1-E706-42EB-A61F-8694C8F30D3D}" type="pres">
      <dgm:prSet presAssocID="{3F5F4BFA-BF0F-410B-9A41-9A6F07C3DA9F}" presName="ParentBackground3" presStyleCnt="0"/>
      <dgm:spPr/>
    </dgm:pt>
    <dgm:pt modelId="{A71D8049-8C67-4772-BE5F-50586AB8C01B}" type="pres">
      <dgm:prSet presAssocID="{3F5F4BFA-BF0F-410B-9A41-9A6F07C3DA9F}" presName="ParentBackground" presStyleLbl="fgAcc1" presStyleIdx="0" presStyleCnt="3"/>
      <dgm:spPr/>
    </dgm:pt>
    <dgm:pt modelId="{3C673138-7EB6-4681-BE87-22551AC10A61}" type="pres">
      <dgm:prSet presAssocID="{3F5F4BFA-BF0F-410B-9A41-9A6F07C3DA9F}" presName="Parent3" presStyleLbl="revTx" presStyleIdx="0" presStyleCnt="0">
        <dgm:presLayoutVars>
          <dgm:chMax val="1"/>
          <dgm:chPref val="1"/>
          <dgm:bulletEnabled val="1"/>
        </dgm:presLayoutVars>
      </dgm:prSet>
      <dgm:spPr/>
    </dgm:pt>
    <dgm:pt modelId="{8F22055C-50D9-43EA-B490-19B28D556AAF}" type="pres">
      <dgm:prSet presAssocID="{A5DF03BF-596A-497F-9C2B-33DA03640748}" presName="Accent2" presStyleCnt="0"/>
      <dgm:spPr/>
    </dgm:pt>
    <dgm:pt modelId="{B0455829-296A-4DBC-9B67-AD93C5C208B3}" type="pres">
      <dgm:prSet presAssocID="{A5DF03BF-596A-497F-9C2B-33DA03640748}" presName="Accent" presStyleLbl="node1" presStyleIdx="1" presStyleCnt="3"/>
      <dgm:spPr/>
    </dgm:pt>
    <dgm:pt modelId="{BE549963-48DA-4332-8A81-B6FB5E3798F4}" type="pres">
      <dgm:prSet presAssocID="{A5DF03BF-596A-497F-9C2B-33DA03640748}" presName="ParentBackground2" presStyleCnt="0"/>
      <dgm:spPr/>
    </dgm:pt>
    <dgm:pt modelId="{17CD2574-BE46-4A99-AFAE-63C6D80A906B}" type="pres">
      <dgm:prSet presAssocID="{A5DF03BF-596A-497F-9C2B-33DA03640748}" presName="ParentBackground" presStyleLbl="fgAcc1" presStyleIdx="1" presStyleCnt="3"/>
      <dgm:spPr/>
    </dgm:pt>
    <dgm:pt modelId="{09A788A9-1690-4354-A4A7-83E10DE54025}" type="pres">
      <dgm:prSet presAssocID="{A5DF03BF-596A-497F-9C2B-33DA03640748}" presName="Parent2" presStyleLbl="revTx" presStyleIdx="0" presStyleCnt="0">
        <dgm:presLayoutVars>
          <dgm:chMax val="1"/>
          <dgm:chPref val="1"/>
          <dgm:bulletEnabled val="1"/>
        </dgm:presLayoutVars>
      </dgm:prSet>
      <dgm:spPr/>
    </dgm:pt>
    <dgm:pt modelId="{A9F9EBA0-51D4-412F-B009-27F19DD43A75}" type="pres">
      <dgm:prSet presAssocID="{8E6159E6-960D-4AF3-9837-8C315301A6D7}" presName="Accent1" presStyleCnt="0"/>
      <dgm:spPr/>
    </dgm:pt>
    <dgm:pt modelId="{46CE190C-60D5-430B-9A89-968014D0C46B}" type="pres">
      <dgm:prSet presAssocID="{8E6159E6-960D-4AF3-9837-8C315301A6D7}" presName="Accent" presStyleLbl="node1" presStyleIdx="2" presStyleCnt="3"/>
      <dgm:spPr/>
    </dgm:pt>
    <dgm:pt modelId="{9197A4AA-581F-4012-9025-A71A2A5DE3BA}" type="pres">
      <dgm:prSet presAssocID="{8E6159E6-960D-4AF3-9837-8C315301A6D7}" presName="ParentBackground1" presStyleCnt="0"/>
      <dgm:spPr/>
    </dgm:pt>
    <dgm:pt modelId="{3E3171EF-C76B-4EE2-9A57-5AC3862F3931}" type="pres">
      <dgm:prSet presAssocID="{8E6159E6-960D-4AF3-9837-8C315301A6D7}" presName="ParentBackground" presStyleLbl="fgAcc1" presStyleIdx="2" presStyleCnt="3"/>
      <dgm:spPr/>
    </dgm:pt>
    <dgm:pt modelId="{1F63FDC1-4474-48F1-8CF4-4AAD0F19222A}" type="pres">
      <dgm:prSet presAssocID="{8E6159E6-960D-4AF3-9837-8C315301A6D7}" presName="Parent1" presStyleLbl="revTx" presStyleIdx="0" presStyleCnt="0">
        <dgm:presLayoutVars>
          <dgm:chMax val="1"/>
          <dgm:chPref val="1"/>
          <dgm:bulletEnabled val="1"/>
        </dgm:presLayoutVars>
      </dgm:prSet>
      <dgm:spPr/>
    </dgm:pt>
  </dgm:ptLst>
  <dgm:cxnLst>
    <dgm:cxn modelId="{23E42C09-D413-4A57-AA79-560387034EBC}" type="presOf" srcId="{3F5F4BFA-BF0F-410B-9A41-9A6F07C3DA9F}" destId="{3C673138-7EB6-4681-BE87-22551AC10A61}" srcOrd="1" destOrd="0" presId="urn:microsoft.com/office/officeart/2011/layout/CircleProcess"/>
    <dgm:cxn modelId="{A3250D0C-23EC-493D-99A2-B58BE6D01F69}" type="presOf" srcId="{9E31647A-642C-4704-95CE-E90FC3B8BFAB}" destId="{05A39A5E-AC5C-4488-89AE-EF702B3FD3BB}" srcOrd="0" destOrd="0" presId="urn:microsoft.com/office/officeart/2011/layout/CircleProcess"/>
    <dgm:cxn modelId="{9A91683A-D6FC-428D-BB5A-4125E349DE60}" srcId="{9E31647A-642C-4704-95CE-E90FC3B8BFAB}" destId="{8E6159E6-960D-4AF3-9837-8C315301A6D7}" srcOrd="0" destOrd="0" parTransId="{3F383224-4F5A-4C0C-AC4A-A91458C2F94D}" sibTransId="{4254D96A-A05E-4D04-A463-EC150ECAF73F}"/>
    <dgm:cxn modelId="{821B5747-EF00-4D59-BD64-1CF3EA2483A8}" srcId="{9E31647A-642C-4704-95CE-E90FC3B8BFAB}" destId="{A5DF03BF-596A-497F-9C2B-33DA03640748}" srcOrd="1" destOrd="0" parTransId="{4A295639-389E-4642-9BA8-E5282D69E137}" sibTransId="{D52D2E20-F6C5-4D8F-BBDB-4F5F218BC11C}"/>
    <dgm:cxn modelId="{710CEE70-4777-40D1-97A0-11442489DA33}" type="presOf" srcId="{8E6159E6-960D-4AF3-9837-8C315301A6D7}" destId="{3E3171EF-C76B-4EE2-9A57-5AC3862F3931}" srcOrd="0" destOrd="0" presId="urn:microsoft.com/office/officeart/2011/layout/CircleProcess"/>
    <dgm:cxn modelId="{5A13D756-0C0F-4EF7-9935-D486DD6D449B}" type="presOf" srcId="{8E6159E6-960D-4AF3-9837-8C315301A6D7}" destId="{1F63FDC1-4474-48F1-8CF4-4AAD0F19222A}" srcOrd="1" destOrd="0" presId="urn:microsoft.com/office/officeart/2011/layout/CircleProcess"/>
    <dgm:cxn modelId="{0EF05EA8-9639-4273-99E7-7315EED1DD95}" type="presOf" srcId="{A5DF03BF-596A-497F-9C2B-33DA03640748}" destId="{17CD2574-BE46-4A99-AFAE-63C6D80A906B}" srcOrd="0" destOrd="0" presId="urn:microsoft.com/office/officeart/2011/layout/CircleProcess"/>
    <dgm:cxn modelId="{82D49BD7-64AD-4A88-9DBE-738D7EC8B5B3}" type="presOf" srcId="{3F5F4BFA-BF0F-410B-9A41-9A6F07C3DA9F}" destId="{A71D8049-8C67-4772-BE5F-50586AB8C01B}" srcOrd="0" destOrd="0" presId="urn:microsoft.com/office/officeart/2011/layout/CircleProcess"/>
    <dgm:cxn modelId="{FC12EBDF-1987-42DC-988B-CDDA2B4349D2}" type="presOf" srcId="{A5DF03BF-596A-497F-9C2B-33DA03640748}" destId="{09A788A9-1690-4354-A4A7-83E10DE54025}" srcOrd="1" destOrd="0" presId="urn:microsoft.com/office/officeart/2011/layout/CircleProcess"/>
    <dgm:cxn modelId="{F183F8F4-2C1B-4B43-B2D6-DA6328A125B2}" srcId="{9E31647A-642C-4704-95CE-E90FC3B8BFAB}" destId="{3F5F4BFA-BF0F-410B-9A41-9A6F07C3DA9F}" srcOrd="2" destOrd="0" parTransId="{16273FF1-7340-429B-914C-E7573805AC05}" sibTransId="{14DEAD75-E638-4B3A-A867-C56A71FB6DCD}"/>
    <dgm:cxn modelId="{A8E8B9E0-DF90-4ACE-8A6C-08D711F9196B}" type="presParOf" srcId="{05A39A5E-AC5C-4488-89AE-EF702B3FD3BB}" destId="{10C1F71C-6E3B-4DA1-BBC0-7083FA600E7E}" srcOrd="0" destOrd="0" presId="urn:microsoft.com/office/officeart/2011/layout/CircleProcess"/>
    <dgm:cxn modelId="{89A10680-C82A-409B-8D97-01FAB82B798D}" type="presParOf" srcId="{10C1F71C-6E3B-4DA1-BBC0-7083FA600E7E}" destId="{D3543E6C-AA75-4309-A46F-80635FDAEB46}" srcOrd="0" destOrd="0" presId="urn:microsoft.com/office/officeart/2011/layout/CircleProcess"/>
    <dgm:cxn modelId="{7FF1D768-E78C-4A7A-A870-17934217FFAF}" type="presParOf" srcId="{05A39A5E-AC5C-4488-89AE-EF702B3FD3BB}" destId="{0DAC3CD1-E706-42EB-A61F-8694C8F30D3D}" srcOrd="1" destOrd="0" presId="urn:microsoft.com/office/officeart/2011/layout/CircleProcess"/>
    <dgm:cxn modelId="{E44EDF36-2E4D-46DC-A503-B90719ACF84D}" type="presParOf" srcId="{0DAC3CD1-E706-42EB-A61F-8694C8F30D3D}" destId="{A71D8049-8C67-4772-BE5F-50586AB8C01B}" srcOrd="0" destOrd="0" presId="urn:microsoft.com/office/officeart/2011/layout/CircleProcess"/>
    <dgm:cxn modelId="{C5437027-A673-4474-9D74-9C23C7A49D02}" type="presParOf" srcId="{05A39A5E-AC5C-4488-89AE-EF702B3FD3BB}" destId="{3C673138-7EB6-4681-BE87-22551AC10A61}" srcOrd="2" destOrd="0" presId="urn:microsoft.com/office/officeart/2011/layout/CircleProcess"/>
    <dgm:cxn modelId="{00E92B45-A8DC-4F6E-9E00-749BB0B9F7BF}" type="presParOf" srcId="{05A39A5E-AC5C-4488-89AE-EF702B3FD3BB}" destId="{8F22055C-50D9-43EA-B490-19B28D556AAF}" srcOrd="3" destOrd="0" presId="urn:microsoft.com/office/officeart/2011/layout/CircleProcess"/>
    <dgm:cxn modelId="{13A3B5C0-8BCE-4F9B-8577-6B2FC6BB5F5E}" type="presParOf" srcId="{8F22055C-50D9-43EA-B490-19B28D556AAF}" destId="{B0455829-296A-4DBC-9B67-AD93C5C208B3}" srcOrd="0" destOrd="0" presId="urn:microsoft.com/office/officeart/2011/layout/CircleProcess"/>
    <dgm:cxn modelId="{14ADF5AB-98C0-4168-83A5-42A3BF9507DD}" type="presParOf" srcId="{05A39A5E-AC5C-4488-89AE-EF702B3FD3BB}" destId="{BE549963-48DA-4332-8A81-B6FB5E3798F4}" srcOrd="4" destOrd="0" presId="urn:microsoft.com/office/officeart/2011/layout/CircleProcess"/>
    <dgm:cxn modelId="{791E7240-D257-4AE5-BB9B-AD2F4B68EF2A}" type="presParOf" srcId="{BE549963-48DA-4332-8A81-B6FB5E3798F4}" destId="{17CD2574-BE46-4A99-AFAE-63C6D80A906B}" srcOrd="0" destOrd="0" presId="urn:microsoft.com/office/officeart/2011/layout/CircleProcess"/>
    <dgm:cxn modelId="{C99BF9B2-847E-4DD9-8E1C-060E6B832994}" type="presParOf" srcId="{05A39A5E-AC5C-4488-89AE-EF702B3FD3BB}" destId="{09A788A9-1690-4354-A4A7-83E10DE54025}" srcOrd="5" destOrd="0" presId="urn:microsoft.com/office/officeart/2011/layout/CircleProcess"/>
    <dgm:cxn modelId="{53F940B0-4565-44DC-9923-78EA843E126D}" type="presParOf" srcId="{05A39A5E-AC5C-4488-89AE-EF702B3FD3BB}" destId="{A9F9EBA0-51D4-412F-B009-27F19DD43A75}" srcOrd="6" destOrd="0" presId="urn:microsoft.com/office/officeart/2011/layout/CircleProcess"/>
    <dgm:cxn modelId="{A1FE0E36-ADB2-4257-A414-63332147CF41}" type="presParOf" srcId="{A9F9EBA0-51D4-412F-B009-27F19DD43A75}" destId="{46CE190C-60D5-430B-9A89-968014D0C46B}" srcOrd="0" destOrd="0" presId="urn:microsoft.com/office/officeart/2011/layout/CircleProcess"/>
    <dgm:cxn modelId="{B991C796-F771-471E-9925-EF7011663684}" type="presParOf" srcId="{05A39A5E-AC5C-4488-89AE-EF702B3FD3BB}" destId="{9197A4AA-581F-4012-9025-A71A2A5DE3BA}" srcOrd="7" destOrd="0" presId="urn:microsoft.com/office/officeart/2011/layout/CircleProcess"/>
    <dgm:cxn modelId="{7CA11840-3AB2-41B5-A185-4CFA4E82260A}" type="presParOf" srcId="{9197A4AA-581F-4012-9025-A71A2A5DE3BA}" destId="{3E3171EF-C76B-4EE2-9A57-5AC3862F3931}" srcOrd="0" destOrd="0" presId="urn:microsoft.com/office/officeart/2011/layout/CircleProcess"/>
    <dgm:cxn modelId="{EFCFED04-D857-4E36-A880-FABDEF633A1B}" type="presParOf" srcId="{05A39A5E-AC5C-4488-89AE-EF702B3FD3BB}" destId="{1F63FDC1-4474-48F1-8CF4-4AAD0F19222A}" srcOrd="8"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543E6C-AA75-4309-A46F-80635FDAEB46}">
      <dsp:nvSpPr>
        <dsp:cNvPr id="0" name=""/>
        <dsp:cNvSpPr/>
      </dsp:nvSpPr>
      <dsp:spPr>
        <a:xfrm>
          <a:off x="3749744" y="609265"/>
          <a:ext cx="1613929" cy="1614228"/>
        </a:xfrm>
        <a:prstGeom prst="ellipse">
          <a:avLst/>
        </a:prstGeom>
        <a:solidFill>
          <a:schemeClr val="bg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1D8049-8C67-4772-BE5F-50586AB8C01B}">
      <dsp:nvSpPr>
        <dsp:cNvPr id="0" name=""/>
        <dsp:cNvSpPr/>
      </dsp:nvSpPr>
      <dsp:spPr>
        <a:xfrm>
          <a:off x="3803331" y="663082"/>
          <a:ext cx="1506754" cy="1506594"/>
        </a:xfrm>
        <a:prstGeom prst="ellipse">
          <a:avLst/>
        </a:prstGeom>
        <a:solidFill>
          <a:schemeClr val="bg1">
            <a:lumMod val="85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solidFill>
                <a:schemeClr val="bg1"/>
              </a:solidFill>
            </a:rPr>
            <a:t>New design </a:t>
          </a:r>
          <a:r>
            <a:rPr lang="es-ES" sz="1500" kern="1200" dirty="0" err="1">
              <a:solidFill>
                <a:schemeClr val="bg1"/>
              </a:solidFill>
            </a:rPr>
            <a:t>Deployment</a:t>
          </a:r>
          <a:endParaRPr lang="en-GB" sz="1500" kern="1200" dirty="0">
            <a:solidFill>
              <a:schemeClr val="bg1"/>
            </a:solidFill>
          </a:endParaRPr>
        </a:p>
      </dsp:txBody>
      <dsp:txXfrm>
        <a:off x="4018732" y="878351"/>
        <a:ext cx="1075953" cy="1076058"/>
      </dsp:txXfrm>
    </dsp:sp>
    <dsp:sp modelId="{B0455829-296A-4DBC-9B67-AD93C5C208B3}">
      <dsp:nvSpPr>
        <dsp:cNvPr id="0" name=""/>
        <dsp:cNvSpPr/>
      </dsp:nvSpPr>
      <dsp:spPr>
        <a:xfrm rot="2700000">
          <a:off x="2083645" y="611217"/>
          <a:ext cx="1610042" cy="1610042"/>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CD2574-BE46-4A99-AFAE-63C6D80A906B}">
      <dsp:nvSpPr>
        <dsp:cNvPr id="0" name=""/>
        <dsp:cNvSpPr/>
      </dsp:nvSpPr>
      <dsp:spPr>
        <a:xfrm>
          <a:off x="2135289" y="663082"/>
          <a:ext cx="1506754" cy="1506594"/>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New </a:t>
          </a:r>
          <a:r>
            <a:rPr lang="es-ES" sz="1500" kern="1200" dirty="0" err="1"/>
            <a:t>fields</a:t>
          </a:r>
          <a:endParaRPr lang="es-ES" sz="1500" kern="1200" dirty="0"/>
        </a:p>
        <a:p>
          <a:pPr marL="0" lvl="0" indent="0" algn="ctr" defTabSz="666750">
            <a:lnSpc>
              <a:spcPct val="90000"/>
            </a:lnSpc>
            <a:spcBef>
              <a:spcPct val="0"/>
            </a:spcBef>
            <a:spcAft>
              <a:spcPct val="35000"/>
            </a:spcAft>
            <a:buNone/>
          </a:pPr>
          <a:r>
            <a:rPr lang="es-ES" sz="1500" kern="1200" dirty="0" err="1"/>
            <a:t>Deployment</a:t>
          </a:r>
          <a:endParaRPr lang="en-GB" sz="1500" kern="1200" dirty="0"/>
        </a:p>
      </dsp:txBody>
      <dsp:txXfrm>
        <a:off x="2350689" y="878351"/>
        <a:ext cx="1075953" cy="1076058"/>
      </dsp:txXfrm>
    </dsp:sp>
    <dsp:sp modelId="{46CE190C-60D5-430B-9A89-968014D0C46B}">
      <dsp:nvSpPr>
        <dsp:cNvPr id="0" name=""/>
        <dsp:cNvSpPr/>
      </dsp:nvSpPr>
      <dsp:spPr>
        <a:xfrm rot="2700000">
          <a:off x="415602" y="611217"/>
          <a:ext cx="1610042" cy="1610042"/>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3171EF-C76B-4EE2-9A57-5AC3862F3931}">
      <dsp:nvSpPr>
        <dsp:cNvPr id="0" name=""/>
        <dsp:cNvSpPr/>
      </dsp:nvSpPr>
      <dsp:spPr>
        <a:xfrm>
          <a:off x="467246" y="663082"/>
          <a:ext cx="1506754" cy="1506594"/>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err="1"/>
            <a:t>Pilot</a:t>
          </a:r>
          <a:endParaRPr lang="en-GB" sz="1500" kern="1200" dirty="0"/>
        </a:p>
      </dsp:txBody>
      <dsp:txXfrm>
        <a:off x="682647" y="878351"/>
        <a:ext cx="1075953" cy="1076058"/>
      </dsp:txXfrm>
    </dsp:sp>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2A56279-F81E-4072-85F5-47AC89B8060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2FD2959-8DB9-42D9-87B2-1E15AABCEC63}" type="slidenum">
              <a:rPr lang="en-US" smtClean="0"/>
              <a:t>‹#›</a:t>
            </a:fld>
            <a:endParaRPr lang="en-US"/>
          </a:p>
        </p:txBody>
      </p:sp>
    </p:spTree>
    <p:extLst>
      <p:ext uri="{BB962C8B-B14F-4D97-AF65-F5344CB8AC3E}">
        <p14:creationId xmlns:p14="http://schemas.microsoft.com/office/powerpoint/2010/main" val="1860999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90927A-8063-49EC-B560-0DB27EE560FF}" type="slidenum">
              <a:rPr lang="en-US" smtClean="0"/>
              <a:t>‹#›</a:t>
            </a:fld>
            <a:endParaRPr lang="en-US"/>
          </a:p>
        </p:txBody>
      </p:sp>
    </p:spTree>
    <p:extLst>
      <p:ext uri="{BB962C8B-B14F-4D97-AF65-F5344CB8AC3E}">
        <p14:creationId xmlns:p14="http://schemas.microsoft.com/office/powerpoint/2010/main" val="3411679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90927A-8063-49EC-B560-0DB27EE560FF}" type="slidenum">
              <a:rPr lang="en-US" smtClean="0"/>
              <a:t>1</a:t>
            </a:fld>
            <a:endParaRPr lang="en-US"/>
          </a:p>
        </p:txBody>
      </p:sp>
    </p:spTree>
    <p:extLst>
      <p:ext uri="{BB962C8B-B14F-4D97-AF65-F5344CB8AC3E}">
        <p14:creationId xmlns:p14="http://schemas.microsoft.com/office/powerpoint/2010/main" val="324043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90927A-8063-49EC-B560-0DB27EE560FF}" type="slidenum">
              <a:rPr lang="en-US" smtClean="0"/>
              <a:t>3</a:t>
            </a:fld>
            <a:endParaRPr lang="en-US"/>
          </a:p>
        </p:txBody>
      </p:sp>
    </p:spTree>
    <p:extLst>
      <p:ext uri="{BB962C8B-B14F-4D97-AF65-F5344CB8AC3E}">
        <p14:creationId xmlns:p14="http://schemas.microsoft.com/office/powerpoint/2010/main" val="3080461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90927A-8063-49EC-B560-0DB27EE560FF}" type="slidenum">
              <a:rPr lang="en-US" smtClean="0"/>
              <a:t>4</a:t>
            </a:fld>
            <a:endParaRPr lang="en-US"/>
          </a:p>
        </p:txBody>
      </p:sp>
    </p:spTree>
    <p:extLst>
      <p:ext uri="{BB962C8B-B14F-4D97-AF65-F5344CB8AC3E}">
        <p14:creationId xmlns:p14="http://schemas.microsoft.com/office/powerpoint/2010/main" val="25204404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90927A-8063-49EC-B560-0DB27EE560FF}" type="slidenum">
              <a:rPr lang="en-US" smtClean="0"/>
              <a:t>5</a:t>
            </a:fld>
            <a:endParaRPr lang="en-US"/>
          </a:p>
        </p:txBody>
      </p:sp>
    </p:spTree>
    <p:extLst>
      <p:ext uri="{BB962C8B-B14F-4D97-AF65-F5344CB8AC3E}">
        <p14:creationId xmlns:p14="http://schemas.microsoft.com/office/powerpoint/2010/main" val="23274371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90927A-8063-49EC-B560-0DB27EE560FF}" type="slidenum">
              <a:rPr lang="en-US" smtClean="0"/>
              <a:t>6</a:t>
            </a:fld>
            <a:endParaRPr lang="en-US"/>
          </a:p>
        </p:txBody>
      </p:sp>
    </p:spTree>
    <p:extLst>
      <p:ext uri="{BB962C8B-B14F-4D97-AF65-F5344CB8AC3E}">
        <p14:creationId xmlns:p14="http://schemas.microsoft.com/office/powerpoint/2010/main" val="27478655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90927A-8063-49EC-B560-0DB27EE560FF}" type="slidenum">
              <a:rPr lang="en-US" smtClean="0"/>
              <a:t>7</a:t>
            </a:fld>
            <a:endParaRPr lang="en-US"/>
          </a:p>
        </p:txBody>
      </p:sp>
    </p:spTree>
    <p:extLst>
      <p:ext uri="{BB962C8B-B14F-4D97-AF65-F5344CB8AC3E}">
        <p14:creationId xmlns:p14="http://schemas.microsoft.com/office/powerpoint/2010/main" val="5838142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90927A-8063-49EC-B560-0DB27EE560FF}" type="slidenum">
              <a:rPr lang="en-US" smtClean="0"/>
              <a:t>8</a:t>
            </a:fld>
            <a:endParaRPr lang="en-US"/>
          </a:p>
        </p:txBody>
      </p:sp>
    </p:spTree>
    <p:extLst>
      <p:ext uri="{BB962C8B-B14F-4D97-AF65-F5344CB8AC3E}">
        <p14:creationId xmlns:p14="http://schemas.microsoft.com/office/powerpoint/2010/main" val="876121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47E1EE-0039-4797-B978-F453418260D1}" type="slidenum">
              <a:rPr lang="en-US" smtClean="0"/>
              <a:pPr/>
              <a:t>9</a:t>
            </a:fld>
            <a:endParaRPr lang="en-US"/>
          </a:p>
        </p:txBody>
      </p:sp>
    </p:spTree>
    <p:extLst>
      <p:ext uri="{BB962C8B-B14F-4D97-AF65-F5344CB8AC3E}">
        <p14:creationId xmlns:p14="http://schemas.microsoft.com/office/powerpoint/2010/main" val="1001325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90927A-8063-49EC-B560-0DB27EE560FF}" type="slidenum">
              <a:rPr lang="en-US" smtClean="0"/>
              <a:t>11</a:t>
            </a:fld>
            <a:endParaRPr lang="en-US"/>
          </a:p>
        </p:txBody>
      </p:sp>
    </p:spTree>
    <p:extLst>
      <p:ext uri="{BB962C8B-B14F-4D97-AF65-F5344CB8AC3E}">
        <p14:creationId xmlns:p14="http://schemas.microsoft.com/office/powerpoint/2010/main" val="2382733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3.png"/><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with White Title">
    <p:bg>
      <p:bgPr>
        <a:solidFill>
          <a:schemeClr val="accent4"/>
        </a:solidFill>
        <a:effectLst/>
      </p:bgPr>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4E1E442-EA91-4CF2-A76A-A72CA1E32CAF}"/>
              </a:ext>
            </a:extLst>
          </p:cNvPr>
          <p:cNvSpPr>
            <a:spLocks noGrp="1"/>
          </p:cNvSpPr>
          <p:nvPr>
            <p:ph type="pic" sz="quarter" idx="10" hasCustomPrompt="1"/>
          </p:nvPr>
        </p:nvSpPr>
        <p:spPr>
          <a:xfrm>
            <a:off x="0" y="0"/>
            <a:ext cx="12192000" cy="6858000"/>
          </a:xfrm>
          <a:solidFill>
            <a:schemeClr val="bg1">
              <a:lumMod val="65000"/>
            </a:schemeClr>
          </a:solidFill>
        </p:spPr>
        <p:txBody>
          <a:bodyPr tIns="3840480"/>
          <a:lstStyle>
            <a:lvl1pPr marL="0" indent="0" algn="ctr">
              <a:buNone/>
              <a:defRPr sz="1600">
                <a:solidFill>
                  <a:schemeClr val="bg1"/>
                </a:solidFill>
              </a:defRPr>
            </a:lvl1pPr>
          </a:lstStyle>
          <a:p>
            <a:r>
              <a:rPr lang="en-US"/>
              <a:t>Click icon to add photo</a:t>
            </a:r>
          </a:p>
        </p:txBody>
      </p:sp>
      <p:sp>
        <p:nvSpPr>
          <p:cNvPr id="16" name="Text Placeholder 3">
            <a:extLst>
              <a:ext uri="{FF2B5EF4-FFF2-40B4-BE49-F238E27FC236}">
                <a16:creationId xmlns:a16="http://schemas.microsoft.com/office/drawing/2014/main" id="{F876A7DA-F8C7-EB4B-BCB0-CA9AB969E8D1}"/>
              </a:ext>
            </a:extLst>
          </p:cNvPr>
          <p:cNvSpPr>
            <a:spLocks noGrp="1"/>
          </p:cNvSpPr>
          <p:nvPr>
            <p:ph type="body" sz="quarter" idx="15" hasCustomPrompt="1"/>
          </p:nvPr>
        </p:nvSpPr>
        <p:spPr bwMode="gray">
          <a:xfrm>
            <a:off x="249583" y="2337708"/>
            <a:ext cx="11612880" cy="396172"/>
          </a:xfrm>
          <a:ln>
            <a:noFill/>
          </a:ln>
        </p:spPr>
        <p:txBody>
          <a:bodyPr>
            <a:noAutofit/>
          </a:bodyPr>
          <a:lstStyle>
            <a:lvl1pPr marL="0" indent="0">
              <a:buNone/>
              <a:defRPr sz="2800">
                <a:solidFill>
                  <a:schemeClr val="bg1"/>
                </a:solidFill>
                <a:latin typeface="+mn-lt"/>
              </a:defRPr>
            </a:lvl1pPr>
          </a:lstStyle>
          <a:p>
            <a:pPr lvl="0"/>
            <a:r>
              <a:rPr lang="en-US"/>
              <a:t>Presenter Name</a:t>
            </a:r>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gray">
          <a:xfrm>
            <a:off x="249582" y="113154"/>
            <a:ext cx="11612880" cy="2607601"/>
          </a:xfrm>
          <a:ln>
            <a:noFill/>
          </a:ln>
        </p:spPr>
        <p:txBody>
          <a:bodyPr anchor="t" anchorCtr="0"/>
          <a:lstStyle>
            <a:lvl1pPr marL="0" indent="0">
              <a:lnSpc>
                <a:spcPct val="85000"/>
              </a:lnSpc>
              <a:buNone/>
              <a:defRPr sz="8000">
                <a:solidFill>
                  <a:schemeClr val="bg1"/>
                </a:solidFill>
                <a:latin typeface="+mj-lt"/>
              </a:defRPr>
            </a:lvl1pPr>
          </a:lstStyle>
          <a:p>
            <a:pPr lvl="0"/>
            <a:r>
              <a:rPr lang="en-US"/>
              <a:t>Presentation Title with Carryover Line of Copy</a:t>
            </a:r>
          </a:p>
        </p:txBody>
      </p:sp>
      <p:sp>
        <p:nvSpPr>
          <p:cNvPr id="3" name="Text Placeholder 2">
            <a:extLst>
              <a:ext uri="{FF2B5EF4-FFF2-40B4-BE49-F238E27FC236}">
                <a16:creationId xmlns:a16="http://schemas.microsoft.com/office/drawing/2014/main" id="{1B5A7BCA-4CC1-46BF-BE48-FB8B0628E96E}"/>
              </a:ext>
            </a:extLst>
          </p:cNvPr>
          <p:cNvSpPr>
            <a:spLocks noGrp="1"/>
          </p:cNvSpPr>
          <p:nvPr>
            <p:ph type="body" sz="quarter" idx="18" hasCustomPrompt="1"/>
          </p:nvPr>
        </p:nvSpPr>
        <p:spPr bwMode="gray">
          <a:xfrm>
            <a:off x="249582" y="2806020"/>
            <a:ext cx="11612880" cy="399093"/>
          </a:xfrm>
        </p:spPr>
        <p:txBody>
          <a:bodyPr/>
          <a:lstStyle>
            <a:lvl1pPr marL="0" indent="0">
              <a:buNone/>
              <a:defRPr sz="2000">
                <a:solidFill>
                  <a:schemeClr val="bg1"/>
                </a:solidFill>
              </a:defRPr>
            </a:lvl1pPr>
          </a:lstStyle>
          <a:p>
            <a:pPr lvl="0"/>
            <a:r>
              <a:rPr lang="en-US"/>
              <a:t>Presenter Title</a:t>
            </a:r>
          </a:p>
        </p:txBody>
      </p:sp>
    </p:spTree>
    <p:extLst>
      <p:ext uri="{BB962C8B-B14F-4D97-AF65-F5344CB8AC3E}">
        <p14:creationId xmlns:p14="http://schemas.microsoft.com/office/powerpoint/2010/main" val="2446223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with Black Type">
    <p:bg>
      <p:bgPr>
        <a:solidFill>
          <a:schemeClr val="accent6"/>
        </a:solidFill>
        <a:effectLst/>
      </p:bgPr>
    </p:bg>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3C3CB96E-2C0B-47B2-9104-5AF5386D8E74}"/>
              </a:ext>
            </a:extLst>
          </p:cNvPr>
          <p:cNvSpPr>
            <a:spLocks noGrp="1"/>
          </p:cNvSpPr>
          <p:nvPr>
            <p:ph type="pic" sz="quarter" idx="10" hasCustomPrompt="1"/>
          </p:nvPr>
        </p:nvSpPr>
        <p:spPr>
          <a:xfrm>
            <a:off x="0" y="0"/>
            <a:ext cx="12192000" cy="6858000"/>
          </a:xfrm>
          <a:solidFill>
            <a:schemeClr val="bg1">
              <a:lumMod val="65000"/>
            </a:schemeClr>
          </a:solidFill>
        </p:spPr>
        <p:txBody>
          <a:bodyPr tIns="3840480"/>
          <a:lstStyle>
            <a:lvl1pPr marL="0" indent="0" algn="ctr">
              <a:buNone/>
              <a:defRPr sz="1600">
                <a:solidFill>
                  <a:schemeClr val="bg1"/>
                </a:solidFill>
              </a:defRPr>
            </a:lvl1pPr>
          </a:lstStyle>
          <a:p>
            <a:r>
              <a:rPr lang="en-US"/>
              <a:t>Click icon to add photo</a:t>
            </a:r>
          </a:p>
        </p:txBody>
      </p:sp>
      <p:sp>
        <p:nvSpPr>
          <p:cNvPr id="16" name="Text Placeholder 3">
            <a:extLst>
              <a:ext uri="{FF2B5EF4-FFF2-40B4-BE49-F238E27FC236}">
                <a16:creationId xmlns:a16="http://schemas.microsoft.com/office/drawing/2014/main" id="{F876A7DA-F8C7-EB4B-BCB0-CA9AB969E8D1}"/>
              </a:ext>
            </a:extLst>
          </p:cNvPr>
          <p:cNvSpPr>
            <a:spLocks noGrp="1"/>
          </p:cNvSpPr>
          <p:nvPr>
            <p:ph type="body" sz="quarter" idx="15" hasCustomPrompt="1"/>
          </p:nvPr>
        </p:nvSpPr>
        <p:spPr bwMode="gray">
          <a:xfrm>
            <a:off x="249583" y="2337708"/>
            <a:ext cx="11612880" cy="396172"/>
          </a:xfrm>
          <a:ln>
            <a:noFill/>
          </a:ln>
        </p:spPr>
        <p:txBody>
          <a:bodyPr>
            <a:noAutofit/>
          </a:bodyPr>
          <a:lstStyle>
            <a:lvl1pPr marL="0" indent="0">
              <a:buNone/>
              <a:defRPr sz="2800">
                <a:solidFill>
                  <a:schemeClr val="tx1"/>
                </a:solidFill>
                <a:latin typeface="+mn-lt"/>
              </a:defRPr>
            </a:lvl1pPr>
          </a:lstStyle>
          <a:p>
            <a:pPr lvl="0"/>
            <a:r>
              <a:rPr lang="en-US"/>
              <a:t>Presenter Name</a:t>
            </a:r>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gray">
          <a:xfrm>
            <a:off x="249582" y="113154"/>
            <a:ext cx="11612880" cy="2607601"/>
          </a:xfrm>
          <a:ln>
            <a:noFill/>
          </a:ln>
        </p:spPr>
        <p:txBody>
          <a:bodyPr anchor="t" anchorCtr="0"/>
          <a:lstStyle>
            <a:lvl1pPr marL="0" indent="0">
              <a:lnSpc>
                <a:spcPct val="85000"/>
              </a:lnSpc>
              <a:buNone/>
              <a:defRPr sz="8000">
                <a:solidFill>
                  <a:schemeClr val="tx1"/>
                </a:solidFill>
                <a:latin typeface="+mj-lt"/>
              </a:defRPr>
            </a:lvl1pPr>
          </a:lstStyle>
          <a:p>
            <a:pPr lvl="0"/>
            <a:r>
              <a:rPr lang="en-US"/>
              <a:t>Presentation Title with Carryover Line of Copy</a:t>
            </a:r>
          </a:p>
        </p:txBody>
      </p:sp>
      <p:sp>
        <p:nvSpPr>
          <p:cNvPr id="3" name="Text Placeholder 2">
            <a:extLst>
              <a:ext uri="{FF2B5EF4-FFF2-40B4-BE49-F238E27FC236}">
                <a16:creationId xmlns:a16="http://schemas.microsoft.com/office/drawing/2014/main" id="{1B5A7BCA-4CC1-46BF-BE48-FB8B0628E96E}"/>
              </a:ext>
            </a:extLst>
          </p:cNvPr>
          <p:cNvSpPr>
            <a:spLocks noGrp="1"/>
          </p:cNvSpPr>
          <p:nvPr>
            <p:ph type="body" sz="quarter" idx="18" hasCustomPrompt="1"/>
          </p:nvPr>
        </p:nvSpPr>
        <p:spPr bwMode="gray">
          <a:xfrm>
            <a:off x="249582" y="2806020"/>
            <a:ext cx="11612880" cy="389667"/>
          </a:xfrm>
        </p:spPr>
        <p:txBody>
          <a:bodyPr/>
          <a:lstStyle>
            <a:lvl1pPr marL="0" indent="0">
              <a:buNone/>
              <a:defRPr sz="2000">
                <a:solidFill>
                  <a:schemeClr val="tx1"/>
                </a:solidFill>
              </a:defRPr>
            </a:lvl1pPr>
          </a:lstStyle>
          <a:p>
            <a:pPr lvl="0"/>
            <a:r>
              <a:rPr lang="en-US"/>
              <a:t>Presenter Title</a:t>
            </a:r>
          </a:p>
        </p:txBody>
      </p:sp>
    </p:spTree>
    <p:extLst>
      <p:ext uri="{BB962C8B-B14F-4D97-AF65-F5344CB8AC3E}">
        <p14:creationId xmlns:p14="http://schemas.microsoft.com/office/powerpoint/2010/main" val="1259303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with Blue Background">
    <p:bg>
      <p:bgPr>
        <a:solidFill>
          <a:schemeClr val="accent6"/>
        </a:solidFill>
        <a:effectLst/>
      </p:bgPr>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F876A7DA-F8C7-EB4B-BCB0-CA9AB969E8D1}"/>
              </a:ext>
            </a:extLst>
          </p:cNvPr>
          <p:cNvSpPr>
            <a:spLocks noGrp="1"/>
          </p:cNvSpPr>
          <p:nvPr>
            <p:ph type="body" sz="quarter" idx="15" hasCustomPrompt="1"/>
          </p:nvPr>
        </p:nvSpPr>
        <p:spPr bwMode="black">
          <a:xfrm>
            <a:off x="249583" y="3457348"/>
            <a:ext cx="11612880" cy="396172"/>
          </a:xfrm>
          <a:ln>
            <a:noFill/>
          </a:ln>
        </p:spPr>
        <p:txBody>
          <a:bodyPr>
            <a:noAutofit/>
          </a:bodyPr>
          <a:lstStyle>
            <a:lvl1pPr marL="0" indent="0">
              <a:buNone/>
              <a:defRPr sz="2800">
                <a:solidFill>
                  <a:schemeClr val="tx1"/>
                </a:solidFill>
                <a:latin typeface="+mn-lt"/>
              </a:defRPr>
            </a:lvl1pPr>
          </a:lstStyle>
          <a:p>
            <a:pPr lvl="0"/>
            <a:r>
              <a:rPr lang="en-US"/>
              <a:t>Presenter Name</a:t>
            </a:r>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2" y="113154"/>
            <a:ext cx="11612880" cy="2607601"/>
          </a:xfrm>
          <a:ln>
            <a:noFill/>
          </a:ln>
        </p:spPr>
        <p:txBody>
          <a:bodyPr anchor="t" anchorCtr="0"/>
          <a:lstStyle>
            <a:lvl1pPr marL="0" indent="0">
              <a:lnSpc>
                <a:spcPct val="85000"/>
              </a:lnSpc>
              <a:buNone/>
              <a:defRPr sz="8000">
                <a:solidFill>
                  <a:schemeClr val="tx1"/>
                </a:solidFill>
                <a:latin typeface="+mj-lt"/>
              </a:defRPr>
            </a:lvl1pPr>
          </a:lstStyle>
          <a:p>
            <a:pPr lvl="0"/>
            <a:r>
              <a:rPr lang="en-US"/>
              <a:t>Presentation Title Text</a:t>
            </a:r>
            <a:br>
              <a:rPr lang="en-US"/>
            </a:br>
            <a:r>
              <a:rPr lang="en-US"/>
              <a:t>with Carryover Line</a:t>
            </a:r>
            <a:br>
              <a:rPr lang="en-US"/>
            </a:br>
            <a:r>
              <a:rPr lang="en-US"/>
              <a:t>of Copy</a:t>
            </a:r>
          </a:p>
        </p:txBody>
      </p:sp>
      <p:sp>
        <p:nvSpPr>
          <p:cNvPr id="3" name="Text Placeholder 2">
            <a:extLst>
              <a:ext uri="{FF2B5EF4-FFF2-40B4-BE49-F238E27FC236}">
                <a16:creationId xmlns:a16="http://schemas.microsoft.com/office/drawing/2014/main" id="{1B5A7BCA-4CC1-46BF-BE48-FB8B0628E96E}"/>
              </a:ext>
            </a:extLst>
          </p:cNvPr>
          <p:cNvSpPr>
            <a:spLocks noGrp="1"/>
          </p:cNvSpPr>
          <p:nvPr>
            <p:ph type="body" sz="quarter" idx="18" hasCustomPrompt="1"/>
          </p:nvPr>
        </p:nvSpPr>
        <p:spPr bwMode="black">
          <a:xfrm>
            <a:off x="249582" y="3925483"/>
            <a:ext cx="11612880" cy="363714"/>
          </a:xfrm>
        </p:spPr>
        <p:txBody>
          <a:bodyPr/>
          <a:lstStyle>
            <a:lvl1pPr marL="0" indent="0">
              <a:buNone/>
              <a:defRPr sz="2000">
                <a:solidFill>
                  <a:schemeClr val="tx1"/>
                </a:solidFill>
              </a:defRPr>
            </a:lvl1pPr>
          </a:lstStyle>
          <a:p>
            <a:pPr lvl="0"/>
            <a:r>
              <a:rPr lang="en-US"/>
              <a:t>Presenter Title</a:t>
            </a:r>
          </a:p>
        </p:txBody>
      </p:sp>
      <p:sp>
        <p:nvSpPr>
          <p:cNvPr id="12" name="logo">
            <a:extLst>
              <a:ext uri="{FF2B5EF4-FFF2-40B4-BE49-F238E27FC236}">
                <a16:creationId xmlns:a16="http://schemas.microsoft.com/office/drawing/2014/main" id="{AB8BC2DD-84B5-4F8F-A423-6FB062BC5686}"/>
              </a:ext>
            </a:extLst>
          </p:cNvPr>
          <p:cNvSpPr>
            <a:spLocks noChangeAspect="1" noEditPoints="1"/>
          </p:cNvSpPr>
          <p:nvPr userDrawn="1"/>
        </p:nvSpPr>
        <p:spPr bwMode="black">
          <a:xfrm>
            <a:off x="285242" y="5862684"/>
            <a:ext cx="722492" cy="722489"/>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a:solidFill>
                <a:schemeClr val="bg1"/>
              </a:solidFill>
            </a:endParaRPr>
          </a:p>
        </p:txBody>
      </p:sp>
      <p:cxnSp>
        <p:nvCxnSpPr>
          <p:cNvPr id="11" name="Straight Connector 10">
            <a:extLst>
              <a:ext uri="{FF2B5EF4-FFF2-40B4-BE49-F238E27FC236}">
                <a16:creationId xmlns:a16="http://schemas.microsoft.com/office/drawing/2014/main" id="{2A2E24C1-0D0B-47D7-81FC-285B304D5AF6}"/>
              </a:ext>
            </a:extLst>
          </p:cNvPr>
          <p:cNvCxnSpPr>
            <a:cxnSpLocks/>
          </p:cNvCxnSpPr>
          <p:nvPr userDrawn="1"/>
        </p:nvCxnSpPr>
        <p:spPr bwMode="gray">
          <a:xfrm>
            <a:off x="0" y="1091263"/>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61781B0-400A-45AD-B1D5-3C9E7CAC3928}"/>
              </a:ext>
            </a:extLst>
          </p:cNvPr>
          <p:cNvCxnSpPr>
            <a:cxnSpLocks/>
          </p:cNvCxnSpPr>
          <p:nvPr userDrawn="1"/>
        </p:nvCxnSpPr>
        <p:spPr bwMode="gray">
          <a:xfrm>
            <a:off x="0" y="2192948"/>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5F42D53-C0F3-4FCF-96CA-B219F03FA656}"/>
              </a:ext>
            </a:extLst>
          </p:cNvPr>
          <p:cNvCxnSpPr>
            <a:cxnSpLocks/>
          </p:cNvCxnSpPr>
          <p:nvPr userDrawn="1"/>
        </p:nvCxnSpPr>
        <p:spPr bwMode="gray">
          <a:xfrm>
            <a:off x="0" y="3274556"/>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1583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Line Section Divider with Blue Background">
    <p:bg>
      <p:bgPr>
        <a:solidFill>
          <a:schemeClr val="accent6"/>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3" y="2158616"/>
            <a:ext cx="11612880" cy="2607601"/>
          </a:xfrm>
          <a:ln>
            <a:noFill/>
          </a:ln>
        </p:spPr>
        <p:txBody>
          <a:bodyPr anchor="b" anchorCtr="0"/>
          <a:lstStyle>
            <a:lvl1pPr marL="0" indent="0">
              <a:lnSpc>
                <a:spcPct val="95000"/>
              </a:lnSpc>
              <a:buNone/>
              <a:defRPr sz="6000">
                <a:solidFill>
                  <a:schemeClr val="tx1"/>
                </a:solidFill>
                <a:latin typeface="+mj-lt"/>
              </a:defRPr>
            </a:lvl1pPr>
          </a:lstStyle>
          <a:p>
            <a:pPr lvl="0"/>
            <a:r>
              <a:rPr lang="en-US"/>
              <a:t>One Line Section Divider</a:t>
            </a:r>
          </a:p>
        </p:txBody>
      </p:sp>
      <p:cxnSp>
        <p:nvCxnSpPr>
          <p:cNvPr id="6" name="Straight Connector 5">
            <a:extLst>
              <a:ext uri="{FF2B5EF4-FFF2-40B4-BE49-F238E27FC236}">
                <a16:creationId xmlns:a16="http://schemas.microsoft.com/office/drawing/2014/main" id="{F23CD728-6944-4B05-8B1E-5E869668F67E}"/>
              </a:ext>
            </a:extLst>
          </p:cNvPr>
          <p:cNvCxnSpPr>
            <a:cxnSpLocks/>
          </p:cNvCxnSpPr>
          <p:nvPr userDrawn="1"/>
        </p:nvCxnSpPr>
        <p:spPr bwMode="black">
          <a:xfrm>
            <a:off x="0" y="4726466"/>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logo">
            <a:extLst>
              <a:ext uri="{FF2B5EF4-FFF2-40B4-BE49-F238E27FC236}">
                <a16:creationId xmlns:a16="http://schemas.microsoft.com/office/drawing/2014/main" id="{11333140-C4C1-47FE-BCFF-E27A119C4B9B}"/>
              </a:ext>
            </a:extLst>
          </p:cNvPr>
          <p:cNvSpPr>
            <a:spLocks noChangeAspect="1" noEditPoints="1"/>
          </p:cNvSpPr>
          <p:nvPr userDrawn="1"/>
        </p:nvSpPr>
        <p:spPr bwMode="black">
          <a:xfrm>
            <a:off x="11386100" y="3960327"/>
            <a:ext cx="536124" cy="536123"/>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a:solidFill>
                <a:schemeClr val="tx1"/>
              </a:solidFill>
            </a:endParaRPr>
          </a:p>
        </p:txBody>
      </p:sp>
      <p:sp>
        <p:nvSpPr>
          <p:cNvPr id="5" name="Slide Number Placeholder 6">
            <a:extLst>
              <a:ext uri="{FF2B5EF4-FFF2-40B4-BE49-F238E27FC236}">
                <a16:creationId xmlns:a16="http://schemas.microsoft.com/office/drawing/2014/main" id="{F4A9BCB0-E80E-484C-94C6-1F29D7F434D9}"/>
              </a:ext>
            </a:extLst>
          </p:cNvPr>
          <p:cNvSpPr>
            <a:spLocks noGrp="1"/>
          </p:cNvSpPr>
          <p:nvPr>
            <p:ph type="sldNum" sz="quarter" idx="12"/>
          </p:nvPr>
        </p:nvSpPr>
        <p:spPr>
          <a:xfrm>
            <a:off x="298450" y="6457053"/>
            <a:ext cx="252409" cy="153888"/>
          </a:xfrm>
          <a:prstGeom prst="rect">
            <a:avLst/>
          </a:prstGeom>
        </p:spPr>
        <p:txBody>
          <a:bodyPr lIns="0" tIns="0" rIns="0" bIns="0" anchor="ctr" anchorCtr="0">
            <a:spAutoFit/>
          </a:bodyPr>
          <a:lstStyle>
            <a:lvl1pPr>
              <a:defRPr sz="1000">
                <a:solidFill>
                  <a:schemeClr val="tx1"/>
                </a:solidFill>
                <a:latin typeface="+mn-lt"/>
              </a:defRPr>
            </a:lvl1pPr>
          </a:lstStyle>
          <a:p>
            <a:fld id="{7EAD36D4-32FF-544B-9EC2-1F035E0F636E}" type="slidenum">
              <a:rPr lang="en-US" smtClean="0"/>
              <a:pPr/>
              <a:t>‹#›</a:t>
            </a:fld>
            <a:endParaRPr lang="en-US"/>
          </a:p>
        </p:txBody>
      </p:sp>
      <p:sp>
        <p:nvSpPr>
          <p:cNvPr id="10" name="Footer Placeholder 4">
            <a:extLst>
              <a:ext uri="{FF2B5EF4-FFF2-40B4-BE49-F238E27FC236}">
                <a16:creationId xmlns:a16="http://schemas.microsoft.com/office/drawing/2014/main" id="{7AB7ED1F-AE14-4ACA-815E-F31219287191}"/>
              </a:ext>
            </a:extLst>
          </p:cNvPr>
          <p:cNvSpPr>
            <a:spLocks noGrp="1"/>
          </p:cNvSpPr>
          <p:nvPr>
            <p:ph type="ftr" sz="quarter" idx="3"/>
          </p:nvPr>
        </p:nvSpPr>
        <p:spPr>
          <a:xfrm>
            <a:off x="621388" y="6462461"/>
            <a:ext cx="2489464" cy="153888"/>
          </a:xfrm>
          <a:prstGeom prst="rect">
            <a:avLst/>
          </a:prstGeom>
        </p:spPr>
        <p:txBody>
          <a:bodyPr vert="horz" lIns="0" tIns="0" rIns="0" bIns="0" rtlCol="0" anchor="b" anchorCtr="0"/>
          <a:lstStyle>
            <a:lvl1pPr algn="l">
              <a:defRPr sz="1000">
                <a:solidFill>
                  <a:schemeClr val="tx1"/>
                </a:solidFill>
              </a:defRPr>
            </a:lvl1pPr>
          </a:lstStyle>
          <a:p>
            <a:r>
              <a:rPr lang="en-US"/>
              <a:t>HP Private, Confidential for Internal Use Only</a:t>
            </a:r>
          </a:p>
        </p:txBody>
      </p:sp>
    </p:spTree>
    <p:extLst>
      <p:ext uri="{BB962C8B-B14F-4D97-AF65-F5344CB8AC3E}">
        <p14:creationId xmlns:p14="http://schemas.microsoft.com/office/powerpoint/2010/main" val="2827878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ine Section Divider with Blue Background">
    <p:bg>
      <p:bgPr>
        <a:solidFill>
          <a:schemeClr val="accent6"/>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3" y="3001635"/>
            <a:ext cx="11612880" cy="2607601"/>
          </a:xfrm>
          <a:ln>
            <a:noFill/>
          </a:ln>
        </p:spPr>
        <p:txBody>
          <a:bodyPr anchor="b" anchorCtr="0"/>
          <a:lstStyle>
            <a:lvl1pPr marL="0" indent="0">
              <a:lnSpc>
                <a:spcPct val="95000"/>
              </a:lnSpc>
              <a:buNone/>
              <a:defRPr sz="6000">
                <a:solidFill>
                  <a:schemeClr val="tx1"/>
                </a:solidFill>
                <a:latin typeface="+mj-lt"/>
              </a:defRPr>
            </a:lvl1pPr>
          </a:lstStyle>
          <a:p>
            <a:pPr lvl="0"/>
            <a:r>
              <a:rPr lang="en-US"/>
              <a:t>Two Line Section Divider</a:t>
            </a:r>
          </a:p>
        </p:txBody>
      </p:sp>
      <p:cxnSp>
        <p:nvCxnSpPr>
          <p:cNvPr id="6" name="Straight Connector 5">
            <a:extLst>
              <a:ext uri="{FF2B5EF4-FFF2-40B4-BE49-F238E27FC236}">
                <a16:creationId xmlns:a16="http://schemas.microsoft.com/office/drawing/2014/main" id="{F23CD728-6944-4B05-8B1E-5E869668F67E}"/>
              </a:ext>
            </a:extLst>
          </p:cNvPr>
          <p:cNvCxnSpPr>
            <a:cxnSpLocks/>
          </p:cNvCxnSpPr>
          <p:nvPr userDrawn="1"/>
        </p:nvCxnSpPr>
        <p:spPr bwMode="black">
          <a:xfrm>
            <a:off x="0" y="556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logo">
            <a:extLst>
              <a:ext uri="{FF2B5EF4-FFF2-40B4-BE49-F238E27FC236}">
                <a16:creationId xmlns:a16="http://schemas.microsoft.com/office/drawing/2014/main" id="{11333140-C4C1-47FE-BCFF-E27A119C4B9B}"/>
              </a:ext>
            </a:extLst>
          </p:cNvPr>
          <p:cNvSpPr>
            <a:spLocks noChangeAspect="1" noEditPoints="1"/>
          </p:cNvSpPr>
          <p:nvPr userDrawn="1"/>
        </p:nvSpPr>
        <p:spPr bwMode="black">
          <a:xfrm>
            <a:off x="11386100" y="4803346"/>
            <a:ext cx="536124" cy="536123"/>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a:solidFill>
                <a:schemeClr val="tx1"/>
              </a:solidFill>
            </a:endParaRPr>
          </a:p>
        </p:txBody>
      </p:sp>
      <p:sp>
        <p:nvSpPr>
          <p:cNvPr id="5" name="Slide Number Placeholder 6">
            <a:extLst>
              <a:ext uri="{FF2B5EF4-FFF2-40B4-BE49-F238E27FC236}">
                <a16:creationId xmlns:a16="http://schemas.microsoft.com/office/drawing/2014/main" id="{F4A9BCB0-E80E-484C-94C6-1F29D7F434D9}"/>
              </a:ext>
            </a:extLst>
          </p:cNvPr>
          <p:cNvSpPr>
            <a:spLocks noGrp="1"/>
          </p:cNvSpPr>
          <p:nvPr>
            <p:ph type="sldNum" sz="quarter" idx="12"/>
          </p:nvPr>
        </p:nvSpPr>
        <p:spPr>
          <a:xfrm>
            <a:off x="298450" y="6457053"/>
            <a:ext cx="252409" cy="153888"/>
          </a:xfrm>
          <a:prstGeom prst="rect">
            <a:avLst/>
          </a:prstGeom>
        </p:spPr>
        <p:txBody>
          <a:bodyPr lIns="0" tIns="0" rIns="0" bIns="0" anchor="ctr" anchorCtr="0">
            <a:spAutoFit/>
          </a:bodyPr>
          <a:lstStyle>
            <a:lvl1pPr>
              <a:defRPr sz="1000">
                <a:solidFill>
                  <a:schemeClr val="tx1"/>
                </a:solidFill>
                <a:latin typeface="+mn-lt"/>
              </a:defRPr>
            </a:lvl1pPr>
          </a:lstStyle>
          <a:p>
            <a:fld id="{7EAD36D4-32FF-544B-9EC2-1F035E0F636E}" type="slidenum">
              <a:rPr lang="en-US" smtClean="0"/>
              <a:pPr/>
              <a:t>‹#›</a:t>
            </a:fld>
            <a:endParaRPr lang="en-US"/>
          </a:p>
        </p:txBody>
      </p:sp>
      <p:sp>
        <p:nvSpPr>
          <p:cNvPr id="10" name="Footer Placeholder 4">
            <a:extLst>
              <a:ext uri="{FF2B5EF4-FFF2-40B4-BE49-F238E27FC236}">
                <a16:creationId xmlns:a16="http://schemas.microsoft.com/office/drawing/2014/main" id="{7AB7ED1F-AE14-4ACA-815E-F31219287191}"/>
              </a:ext>
            </a:extLst>
          </p:cNvPr>
          <p:cNvSpPr>
            <a:spLocks noGrp="1"/>
          </p:cNvSpPr>
          <p:nvPr>
            <p:ph type="ftr" sz="quarter" idx="3"/>
          </p:nvPr>
        </p:nvSpPr>
        <p:spPr>
          <a:xfrm>
            <a:off x="621388" y="6462461"/>
            <a:ext cx="2489464" cy="153888"/>
          </a:xfrm>
          <a:prstGeom prst="rect">
            <a:avLst/>
          </a:prstGeom>
        </p:spPr>
        <p:txBody>
          <a:bodyPr vert="horz" lIns="0" tIns="0" rIns="0" bIns="0" rtlCol="0" anchor="b" anchorCtr="0"/>
          <a:lstStyle>
            <a:lvl1pPr algn="l">
              <a:defRPr sz="1000">
                <a:solidFill>
                  <a:schemeClr val="tx1"/>
                </a:solidFill>
              </a:defRPr>
            </a:lvl1pPr>
          </a:lstStyle>
          <a:p>
            <a:r>
              <a:rPr lang="en-US"/>
              <a:t>HP Private, Confidential for Internal Use Only</a:t>
            </a:r>
          </a:p>
        </p:txBody>
      </p:sp>
    </p:spTree>
    <p:extLst>
      <p:ext uri="{BB962C8B-B14F-4D97-AF65-F5344CB8AC3E}">
        <p14:creationId xmlns:p14="http://schemas.microsoft.com/office/powerpoint/2010/main" val="1908024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Line Section Divider with White Type">
    <p:bg>
      <p:bgPr>
        <a:solidFill>
          <a:schemeClr val="accent4"/>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1C9D3BF-4DCA-4AB1-92E6-5A5DE1C0DF4A}"/>
              </a:ext>
            </a:extLst>
          </p:cNvPr>
          <p:cNvSpPr>
            <a:spLocks noGrp="1"/>
          </p:cNvSpPr>
          <p:nvPr>
            <p:ph type="pic" sz="quarter" idx="17" hasCustomPrompt="1"/>
          </p:nvPr>
        </p:nvSpPr>
        <p:spPr>
          <a:xfrm>
            <a:off x="0" y="0"/>
            <a:ext cx="12192000" cy="6858000"/>
          </a:xfrm>
          <a:solidFill>
            <a:schemeClr val="bg1">
              <a:lumMod val="75000"/>
            </a:schemeClr>
          </a:solidFill>
        </p:spPr>
        <p:txBody>
          <a:bodyPr tIns="0" rIns="0" bIns="914400" anchor="ctr" anchorCtr="0"/>
          <a:lstStyle>
            <a:lvl1pPr marL="0" indent="0" algn="ctr">
              <a:buNone/>
              <a:defRPr sz="1600">
                <a:solidFill>
                  <a:schemeClr val="bg1"/>
                </a:solidFill>
              </a:defRPr>
            </a:lvl1pPr>
          </a:lstStyle>
          <a:p>
            <a:r>
              <a:rPr lang="en-US"/>
              <a:t>Click icon to add photo</a:t>
            </a:r>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white">
          <a:xfrm>
            <a:off x="249582" y="2135966"/>
            <a:ext cx="11612880" cy="2607601"/>
          </a:xfrm>
          <a:ln>
            <a:noFill/>
          </a:ln>
        </p:spPr>
        <p:txBody>
          <a:bodyPr anchor="b" anchorCtr="0"/>
          <a:lstStyle>
            <a:lvl1pPr marL="0" indent="0">
              <a:lnSpc>
                <a:spcPct val="95000"/>
              </a:lnSpc>
              <a:buNone/>
              <a:defRPr sz="6000">
                <a:solidFill>
                  <a:schemeClr val="bg1"/>
                </a:solidFill>
                <a:latin typeface="+mj-lt"/>
              </a:defRPr>
            </a:lvl1pPr>
          </a:lstStyle>
          <a:p>
            <a:pPr lvl="0"/>
            <a:r>
              <a:rPr lang="en-US"/>
              <a:t>One Line Section Divider</a:t>
            </a:r>
          </a:p>
        </p:txBody>
      </p:sp>
      <p:sp>
        <p:nvSpPr>
          <p:cNvPr id="4" name="Slide Number Placeholder 6">
            <a:extLst>
              <a:ext uri="{FF2B5EF4-FFF2-40B4-BE49-F238E27FC236}">
                <a16:creationId xmlns:a16="http://schemas.microsoft.com/office/drawing/2014/main" id="{F4DBEC69-9C03-4A1C-8837-FDC497A1A548}"/>
              </a:ext>
            </a:extLst>
          </p:cNvPr>
          <p:cNvSpPr>
            <a:spLocks noGrp="1"/>
          </p:cNvSpPr>
          <p:nvPr>
            <p:ph type="sldNum" sz="quarter" idx="12"/>
          </p:nvPr>
        </p:nvSpPr>
        <p:spPr bwMode="black">
          <a:xfrm>
            <a:off x="298450" y="6457053"/>
            <a:ext cx="252409" cy="153888"/>
          </a:xfrm>
          <a:prstGeom prst="rect">
            <a:avLst/>
          </a:prstGeom>
        </p:spPr>
        <p:txBody>
          <a:bodyPr lIns="0" tIns="0" rIns="0" bIns="0" anchor="ctr" anchorCtr="0">
            <a:spAutoFit/>
          </a:bodyPr>
          <a:lstStyle>
            <a:lvl1pPr>
              <a:defRPr sz="1000">
                <a:solidFill>
                  <a:schemeClr val="bg1"/>
                </a:solidFill>
                <a:latin typeface="+mn-lt"/>
              </a:defRPr>
            </a:lvl1pPr>
          </a:lstStyle>
          <a:p>
            <a:fld id="{7EAD36D4-32FF-544B-9EC2-1F035E0F636E}" type="slidenum">
              <a:rPr lang="en-US" smtClean="0"/>
              <a:pPr/>
              <a:t>‹#›</a:t>
            </a:fld>
            <a:endParaRPr lang="en-US"/>
          </a:p>
        </p:txBody>
      </p:sp>
      <p:sp>
        <p:nvSpPr>
          <p:cNvPr id="5" name="Footer Placeholder 4">
            <a:extLst>
              <a:ext uri="{FF2B5EF4-FFF2-40B4-BE49-F238E27FC236}">
                <a16:creationId xmlns:a16="http://schemas.microsoft.com/office/drawing/2014/main" id="{15A77B53-2ABD-4A12-9FB8-DAA05A642970}"/>
              </a:ext>
            </a:extLst>
          </p:cNvPr>
          <p:cNvSpPr>
            <a:spLocks noGrp="1"/>
          </p:cNvSpPr>
          <p:nvPr>
            <p:ph type="ftr" sz="quarter" idx="3"/>
          </p:nvPr>
        </p:nvSpPr>
        <p:spPr bwMode="black">
          <a:xfrm>
            <a:off x="621388" y="6462461"/>
            <a:ext cx="2489464" cy="153888"/>
          </a:xfrm>
          <a:prstGeom prst="rect">
            <a:avLst/>
          </a:prstGeom>
        </p:spPr>
        <p:txBody>
          <a:bodyPr vert="horz" lIns="0" tIns="0" rIns="0" bIns="0" rtlCol="0" anchor="b" anchorCtr="0"/>
          <a:lstStyle>
            <a:lvl1pPr algn="l">
              <a:defRPr sz="1000">
                <a:solidFill>
                  <a:schemeClr val="bg1"/>
                </a:solidFill>
              </a:defRPr>
            </a:lvl1pPr>
          </a:lstStyle>
          <a:p>
            <a:r>
              <a:rPr lang="en-US"/>
              <a:t>HP Private, Confidential for Internal Use Only</a:t>
            </a:r>
          </a:p>
        </p:txBody>
      </p:sp>
    </p:spTree>
    <p:extLst>
      <p:ext uri="{BB962C8B-B14F-4D97-AF65-F5344CB8AC3E}">
        <p14:creationId xmlns:p14="http://schemas.microsoft.com/office/powerpoint/2010/main" val="4213649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Line Section Divider with White Type">
    <p:bg>
      <p:bgPr>
        <a:solidFill>
          <a:schemeClr val="accent4"/>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1C9D3BF-4DCA-4AB1-92E6-5A5DE1C0DF4A}"/>
              </a:ext>
            </a:extLst>
          </p:cNvPr>
          <p:cNvSpPr>
            <a:spLocks noGrp="1"/>
          </p:cNvSpPr>
          <p:nvPr>
            <p:ph type="pic" sz="quarter" idx="17" hasCustomPrompt="1"/>
          </p:nvPr>
        </p:nvSpPr>
        <p:spPr>
          <a:xfrm>
            <a:off x="0" y="0"/>
            <a:ext cx="12192000" cy="6858000"/>
          </a:xfrm>
          <a:solidFill>
            <a:schemeClr val="bg1">
              <a:lumMod val="75000"/>
            </a:schemeClr>
          </a:solidFill>
        </p:spPr>
        <p:txBody>
          <a:bodyPr tIns="0" rIns="0" bIns="914400" anchor="ctr" anchorCtr="0"/>
          <a:lstStyle>
            <a:lvl1pPr marL="0" indent="0" algn="ctr">
              <a:buNone/>
              <a:defRPr sz="1600">
                <a:solidFill>
                  <a:schemeClr val="bg1"/>
                </a:solidFill>
              </a:defRPr>
            </a:lvl1pPr>
          </a:lstStyle>
          <a:p>
            <a:r>
              <a:rPr lang="en-US"/>
              <a:t>Click icon to add photo</a:t>
            </a:r>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2" y="3006309"/>
            <a:ext cx="11612880" cy="2607601"/>
          </a:xfrm>
          <a:ln>
            <a:noFill/>
          </a:ln>
        </p:spPr>
        <p:txBody>
          <a:bodyPr anchor="b" anchorCtr="0"/>
          <a:lstStyle>
            <a:lvl1pPr marL="0" indent="0">
              <a:lnSpc>
                <a:spcPct val="95000"/>
              </a:lnSpc>
              <a:buNone/>
              <a:defRPr sz="6000">
                <a:solidFill>
                  <a:schemeClr val="bg1"/>
                </a:solidFill>
                <a:latin typeface="+mj-lt"/>
              </a:defRPr>
            </a:lvl1pPr>
          </a:lstStyle>
          <a:p>
            <a:pPr lvl="0"/>
            <a:r>
              <a:rPr lang="en-US"/>
              <a:t>Two Line Section Divider</a:t>
            </a:r>
          </a:p>
        </p:txBody>
      </p:sp>
      <p:sp>
        <p:nvSpPr>
          <p:cNvPr id="4" name="Slide Number Placeholder 6">
            <a:extLst>
              <a:ext uri="{FF2B5EF4-FFF2-40B4-BE49-F238E27FC236}">
                <a16:creationId xmlns:a16="http://schemas.microsoft.com/office/drawing/2014/main" id="{A3DC3C1A-4614-4BB5-9349-A59A3DEF6102}"/>
              </a:ext>
            </a:extLst>
          </p:cNvPr>
          <p:cNvSpPr>
            <a:spLocks noGrp="1"/>
          </p:cNvSpPr>
          <p:nvPr>
            <p:ph type="sldNum" sz="quarter" idx="12"/>
          </p:nvPr>
        </p:nvSpPr>
        <p:spPr bwMode="black">
          <a:xfrm>
            <a:off x="298450" y="6457053"/>
            <a:ext cx="252409" cy="153888"/>
          </a:xfrm>
          <a:prstGeom prst="rect">
            <a:avLst/>
          </a:prstGeom>
        </p:spPr>
        <p:txBody>
          <a:bodyPr lIns="0" tIns="0" rIns="0" bIns="0" anchor="ctr" anchorCtr="0">
            <a:spAutoFit/>
          </a:bodyPr>
          <a:lstStyle>
            <a:lvl1pPr>
              <a:defRPr sz="1000">
                <a:solidFill>
                  <a:schemeClr val="bg1"/>
                </a:solidFill>
                <a:latin typeface="+mn-lt"/>
              </a:defRPr>
            </a:lvl1pPr>
          </a:lstStyle>
          <a:p>
            <a:fld id="{7EAD36D4-32FF-544B-9EC2-1F035E0F636E}" type="slidenum">
              <a:rPr lang="en-US" smtClean="0"/>
              <a:pPr/>
              <a:t>‹#›</a:t>
            </a:fld>
            <a:endParaRPr lang="en-US"/>
          </a:p>
        </p:txBody>
      </p:sp>
      <p:sp>
        <p:nvSpPr>
          <p:cNvPr id="5" name="Footer Placeholder 4">
            <a:extLst>
              <a:ext uri="{FF2B5EF4-FFF2-40B4-BE49-F238E27FC236}">
                <a16:creationId xmlns:a16="http://schemas.microsoft.com/office/drawing/2014/main" id="{A7ED06FC-B927-4762-B00A-CBB501EBE645}"/>
              </a:ext>
            </a:extLst>
          </p:cNvPr>
          <p:cNvSpPr>
            <a:spLocks noGrp="1"/>
          </p:cNvSpPr>
          <p:nvPr>
            <p:ph type="ftr" sz="quarter" idx="3"/>
          </p:nvPr>
        </p:nvSpPr>
        <p:spPr bwMode="black">
          <a:xfrm>
            <a:off x="621388" y="6462461"/>
            <a:ext cx="2489464" cy="153888"/>
          </a:xfrm>
          <a:prstGeom prst="rect">
            <a:avLst/>
          </a:prstGeom>
        </p:spPr>
        <p:txBody>
          <a:bodyPr vert="horz" lIns="0" tIns="0" rIns="0" bIns="0" rtlCol="0" anchor="b" anchorCtr="0"/>
          <a:lstStyle>
            <a:lvl1pPr algn="l">
              <a:defRPr sz="1000">
                <a:solidFill>
                  <a:schemeClr val="bg1"/>
                </a:solidFill>
              </a:defRPr>
            </a:lvl1pPr>
          </a:lstStyle>
          <a:p>
            <a:r>
              <a:rPr lang="en-US"/>
              <a:t>HP Private, Confidential for Internal Use Only</a:t>
            </a:r>
          </a:p>
        </p:txBody>
      </p:sp>
    </p:spTree>
    <p:extLst>
      <p:ext uri="{BB962C8B-B14F-4D97-AF65-F5344CB8AC3E}">
        <p14:creationId xmlns:p14="http://schemas.microsoft.com/office/powerpoint/2010/main" val="4236865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Line Section Divider with Black Type">
    <p:bg>
      <p:bgPr>
        <a:solidFill>
          <a:schemeClr val="accent4"/>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1C9D3BF-4DCA-4AB1-92E6-5A5DE1C0DF4A}"/>
              </a:ext>
            </a:extLst>
          </p:cNvPr>
          <p:cNvSpPr>
            <a:spLocks noGrp="1"/>
          </p:cNvSpPr>
          <p:nvPr>
            <p:ph type="pic" sz="quarter" idx="17" hasCustomPrompt="1"/>
          </p:nvPr>
        </p:nvSpPr>
        <p:spPr>
          <a:xfrm>
            <a:off x="0" y="0"/>
            <a:ext cx="12192000" cy="6858000"/>
          </a:xfrm>
          <a:solidFill>
            <a:schemeClr val="bg1">
              <a:lumMod val="75000"/>
            </a:schemeClr>
          </a:solidFill>
        </p:spPr>
        <p:txBody>
          <a:bodyPr tIns="0" rIns="0" bIns="914400" anchor="ctr" anchorCtr="0"/>
          <a:lstStyle>
            <a:lvl1pPr marL="0" indent="0" algn="ctr">
              <a:buNone/>
              <a:defRPr sz="1600">
                <a:solidFill>
                  <a:schemeClr val="bg1"/>
                </a:solidFill>
              </a:defRPr>
            </a:lvl1pPr>
          </a:lstStyle>
          <a:p>
            <a:r>
              <a:rPr lang="en-US"/>
              <a:t>Click icon to add photo</a:t>
            </a:r>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2" y="2135966"/>
            <a:ext cx="11612880" cy="2607601"/>
          </a:xfrm>
          <a:ln>
            <a:noFill/>
          </a:ln>
        </p:spPr>
        <p:txBody>
          <a:bodyPr anchor="b" anchorCtr="0"/>
          <a:lstStyle>
            <a:lvl1pPr marL="0" indent="0">
              <a:lnSpc>
                <a:spcPct val="95000"/>
              </a:lnSpc>
              <a:buNone/>
              <a:defRPr sz="6000">
                <a:solidFill>
                  <a:schemeClr val="tx1"/>
                </a:solidFill>
                <a:latin typeface="+mj-lt"/>
              </a:defRPr>
            </a:lvl1pPr>
          </a:lstStyle>
          <a:p>
            <a:pPr lvl="0"/>
            <a:r>
              <a:rPr lang="en-US"/>
              <a:t>One Line Section Divider</a:t>
            </a:r>
          </a:p>
        </p:txBody>
      </p:sp>
      <p:sp>
        <p:nvSpPr>
          <p:cNvPr id="4" name="Slide Number Placeholder 6">
            <a:extLst>
              <a:ext uri="{FF2B5EF4-FFF2-40B4-BE49-F238E27FC236}">
                <a16:creationId xmlns:a16="http://schemas.microsoft.com/office/drawing/2014/main" id="{A3DC3C1A-4614-4BB5-9349-A59A3DEF6102}"/>
              </a:ext>
            </a:extLst>
          </p:cNvPr>
          <p:cNvSpPr>
            <a:spLocks noGrp="1"/>
          </p:cNvSpPr>
          <p:nvPr>
            <p:ph type="sldNum" sz="quarter" idx="12"/>
          </p:nvPr>
        </p:nvSpPr>
        <p:spPr bwMode="black">
          <a:xfrm>
            <a:off x="298450" y="6457053"/>
            <a:ext cx="252409" cy="153888"/>
          </a:xfrm>
          <a:prstGeom prst="rect">
            <a:avLst/>
          </a:prstGeom>
        </p:spPr>
        <p:txBody>
          <a:bodyPr lIns="0" tIns="0" rIns="0" bIns="0" anchor="ctr" anchorCtr="0">
            <a:spAutoFit/>
          </a:bodyPr>
          <a:lstStyle>
            <a:lvl1pPr>
              <a:defRPr sz="1000">
                <a:solidFill>
                  <a:schemeClr val="tx1"/>
                </a:solidFill>
                <a:latin typeface="+mn-lt"/>
              </a:defRPr>
            </a:lvl1pPr>
          </a:lstStyle>
          <a:p>
            <a:fld id="{7EAD36D4-32FF-544B-9EC2-1F035E0F636E}" type="slidenum">
              <a:rPr lang="en-US" smtClean="0"/>
              <a:pPr/>
              <a:t>‹#›</a:t>
            </a:fld>
            <a:endParaRPr lang="en-US"/>
          </a:p>
        </p:txBody>
      </p:sp>
      <p:sp>
        <p:nvSpPr>
          <p:cNvPr id="5" name="Footer Placeholder 4">
            <a:extLst>
              <a:ext uri="{FF2B5EF4-FFF2-40B4-BE49-F238E27FC236}">
                <a16:creationId xmlns:a16="http://schemas.microsoft.com/office/drawing/2014/main" id="{A7ED06FC-B927-4762-B00A-CBB501EBE645}"/>
              </a:ext>
            </a:extLst>
          </p:cNvPr>
          <p:cNvSpPr>
            <a:spLocks noGrp="1"/>
          </p:cNvSpPr>
          <p:nvPr>
            <p:ph type="ftr" sz="quarter" idx="3"/>
          </p:nvPr>
        </p:nvSpPr>
        <p:spPr bwMode="black">
          <a:xfrm>
            <a:off x="621388" y="6462461"/>
            <a:ext cx="2489464" cy="153888"/>
          </a:xfrm>
          <a:prstGeom prst="rect">
            <a:avLst/>
          </a:prstGeom>
        </p:spPr>
        <p:txBody>
          <a:bodyPr vert="horz" lIns="0" tIns="0" rIns="0" bIns="0" rtlCol="0" anchor="b" anchorCtr="0"/>
          <a:lstStyle>
            <a:lvl1pPr algn="l">
              <a:defRPr sz="1000">
                <a:solidFill>
                  <a:schemeClr val="tx1"/>
                </a:solidFill>
              </a:defRPr>
            </a:lvl1pPr>
          </a:lstStyle>
          <a:p>
            <a:r>
              <a:rPr lang="en-US"/>
              <a:t>HP Private, Confidential for Internal Use Only</a:t>
            </a:r>
          </a:p>
        </p:txBody>
      </p:sp>
    </p:spTree>
    <p:extLst>
      <p:ext uri="{BB962C8B-B14F-4D97-AF65-F5344CB8AC3E}">
        <p14:creationId xmlns:p14="http://schemas.microsoft.com/office/powerpoint/2010/main" val="2256652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Line Section Divider with Black Type">
    <p:bg>
      <p:bgPr>
        <a:solidFill>
          <a:schemeClr val="accent4"/>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1C9D3BF-4DCA-4AB1-92E6-5A5DE1C0DF4A}"/>
              </a:ext>
            </a:extLst>
          </p:cNvPr>
          <p:cNvSpPr>
            <a:spLocks noGrp="1"/>
          </p:cNvSpPr>
          <p:nvPr>
            <p:ph type="pic" sz="quarter" idx="17" hasCustomPrompt="1"/>
          </p:nvPr>
        </p:nvSpPr>
        <p:spPr>
          <a:xfrm>
            <a:off x="0" y="0"/>
            <a:ext cx="12192000" cy="6858000"/>
          </a:xfrm>
          <a:solidFill>
            <a:schemeClr val="bg1">
              <a:lumMod val="75000"/>
            </a:schemeClr>
          </a:solidFill>
        </p:spPr>
        <p:txBody>
          <a:bodyPr tIns="0" rIns="0" bIns="914400" anchor="ctr" anchorCtr="0"/>
          <a:lstStyle>
            <a:lvl1pPr marL="0" indent="0" algn="ctr">
              <a:buNone/>
              <a:defRPr sz="1600">
                <a:solidFill>
                  <a:schemeClr val="bg1"/>
                </a:solidFill>
              </a:defRPr>
            </a:lvl1pPr>
          </a:lstStyle>
          <a:p>
            <a:r>
              <a:rPr lang="en-US"/>
              <a:t>Click icon to add photo</a:t>
            </a:r>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2" y="3006309"/>
            <a:ext cx="11612880" cy="2607601"/>
          </a:xfrm>
          <a:ln>
            <a:noFill/>
          </a:ln>
        </p:spPr>
        <p:txBody>
          <a:bodyPr anchor="b" anchorCtr="0"/>
          <a:lstStyle>
            <a:lvl1pPr marL="0" indent="0">
              <a:lnSpc>
                <a:spcPct val="95000"/>
              </a:lnSpc>
              <a:buNone/>
              <a:defRPr sz="6000">
                <a:solidFill>
                  <a:schemeClr val="tx1"/>
                </a:solidFill>
                <a:latin typeface="+mj-lt"/>
              </a:defRPr>
            </a:lvl1pPr>
          </a:lstStyle>
          <a:p>
            <a:pPr lvl="0"/>
            <a:r>
              <a:rPr lang="en-US"/>
              <a:t>Two Line Section Divider</a:t>
            </a:r>
          </a:p>
        </p:txBody>
      </p:sp>
      <p:sp>
        <p:nvSpPr>
          <p:cNvPr id="4" name="Slide Number Placeholder 6">
            <a:extLst>
              <a:ext uri="{FF2B5EF4-FFF2-40B4-BE49-F238E27FC236}">
                <a16:creationId xmlns:a16="http://schemas.microsoft.com/office/drawing/2014/main" id="{A3DC3C1A-4614-4BB5-9349-A59A3DEF6102}"/>
              </a:ext>
            </a:extLst>
          </p:cNvPr>
          <p:cNvSpPr>
            <a:spLocks noGrp="1"/>
          </p:cNvSpPr>
          <p:nvPr>
            <p:ph type="sldNum" sz="quarter" idx="12"/>
          </p:nvPr>
        </p:nvSpPr>
        <p:spPr bwMode="black">
          <a:xfrm>
            <a:off x="298450" y="6457053"/>
            <a:ext cx="252409" cy="153888"/>
          </a:xfrm>
          <a:prstGeom prst="rect">
            <a:avLst/>
          </a:prstGeom>
        </p:spPr>
        <p:txBody>
          <a:bodyPr lIns="0" tIns="0" rIns="0" bIns="0" anchor="ctr" anchorCtr="0">
            <a:spAutoFit/>
          </a:bodyPr>
          <a:lstStyle>
            <a:lvl1pPr>
              <a:defRPr sz="1000">
                <a:solidFill>
                  <a:schemeClr val="tx1"/>
                </a:solidFill>
                <a:latin typeface="+mn-lt"/>
              </a:defRPr>
            </a:lvl1pPr>
          </a:lstStyle>
          <a:p>
            <a:fld id="{7EAD36D4-32FF-544B-9EC2-1F035E0F636E}" type="slidenum">
              <a:rPr lang="en-US" smtClean="0"/>
              <a:pPr/>
              <a:t>‹#›</a:t>
            </a:fld>
            <a:endParaRPr lang="en-US"/>
          </a:p>
        </p:txBody>
      </p:sp>
      <p:sp>
        <p:nvSpPr>
          <p:cNvPr id="5" name="Footer Placeholder 4">
            <a:extLst>
              <a:ext uri="{FF2B5EF4-FFF2-40B4-BE49-F238E27FC236}">
                <a16:creationId xmlns:a16="http://schemas.microsoft.com/office/drawing/2014/main" id="{A7ED06FC-B927-4762-B00A-CBB501EBE645}"/>
              </a:ext>
            </a:extLst>
          </p:cNvPr>
          <p:cNvSpPr>
            <a:spLocks noGrp="1"/>
          </p:cNvSpPr>
          <p:nvPr>
            <p:ph type="ftr" sz="quarter" idx="3"/>
          </p:nvPr>
        </p:nvSpPr>
        <p:spPr bwMode="black">
          <a:xfrm>
            <a:off x="621388" y="6462461"/>
            <a:ext cx="2489464" cy="153888"/>
          </a:xfrm>
          <a:prstGeom prst="rect">
            <a:avLst/>
          </a:prstGeom>
        </p:spPr>
        <p:txBody>
          <a:bodyPr vert="horz" lIns="0" tIns="0" rIns="0" bIns="0" rtlCol="0" anchor="b" anchorCtr="0"/>
          <a:lstStyle>
            <a:lvl1pPr algn="l">
              <a:defRPr sz="1000">
                <a:solidFill>
                  <a:schemeClr val="tx1"/>
                </a:solidFill>
              </a:defRPr>
            </a:lvl1pPr>
          </a:lstStyle>
          <a:p>
            <a:r>
              <a:rPr lang="en-US"/>
              <a:t>HP Private, Confidential for Internal Use Only</a:t>
            </a:r>
          </a:p>
        </p:txBody>
      </p:sp>
    </p:spTree>
    <p:extLst>
      <p:ext uri="{BB962C8B-B14F-4D97-AF65-F5344CB8AC3E}">
        <p14:creationId xmlns:p14="http://schemas.microsoft.com/office/powerpoint/2010/main" val="1763729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amp; Photo">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1A85F4-FED3-424A-A059-8B91AF23D35D}"/>
              </a:ext>
            </a:extLst>
          </p:cNvPr>
          <p:cNvSpPr/>
          <p:nvPr userDrawn="1"/>
        </p:nvSpPr>
        <p:spPr bwMode="ltGray">
          <a:xfrm>
            <a:off x="0" y="0"/>
            <a:ext cx="6096000" cy="12953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32B84C0D-8445-4009-BF2F-55B901AD154A}"/>
              </a:ext>
            </a:extLst>
          </p:cNvPr>
          <p:cNvSpPr>
            <a:spLocks noGrp="1"/>
          </p:cNvSpPr>
          <p:nvPr>
            <p:ph type="pic" sz="quarter" idx="38" hasCustomPrompt="1"/>
          </p:nvPr>
        </p:nvSpPr>
        <p:spPr>
          <a:xfrm>
            <a:off x="6096000" y="37"/>
            <a:ext cx="6096000" cy="6857963"/>
          </a:xfrm>
          <a:solidFill>
            <a:schemeClr val="bg1">
              <a:lumMod val="75000"/>
            </a:schemeClr>
          </a:solidFill>
        </p:spPr>
        <p:txBody>
          <a:bodyPr tIns="0" rIns="0" bIns="914400" anchor="ctr" anchorCtr="0"/>
          <a:lstStyle>
            <a:lvl1pPr marL="0" indent="0" algn="ctr">
              <a:buNone/>
              <a:defRPr sz="1600">
                <a:solidFill>
                  <a:schemeClr val="bg1"/>
                </a:solidFill>
              </a:defRPr>
            </a:lvl1pPr>
          </a:lstStyle>
          <a:p>
            <a:r>
              <a:rPr lang="en-US"/>
              <a:t>Click icon to add photo</a:t>
            </a:r>
          </a:p>
        </p:txBody>
      </p:sp>
      <p:sp>
        <p:nvSpPr>
          <p:cNvPr id="10" name="Text Placeholder 2">
            <a:extLst>
              <a:ext uri="{FF2B5EF4-FFF2-40B4-BE49-F238E27FC236}">
                <a16:creationId xmlns:a16="http://schemas.microsoft.com/office/drawing/2014/main" id="{8E0154CF-2E3E-474A-90FB-034C357AA42D}"/>
              </a:ext>
            </a:extLst>
          </p:cNvPr>
          <p:cNvSpPr>
            <a:spLocks noGrp="1"/>
          </p:cNvSpPr>
          <p:nvPr>
            <p:ph type="body" idx="37" hasCustomPrompt="1"/>
          </p:nvPr>
        </p:nvSpPr>
        <p:spPr>
          <a:xfrm>
            <a:off x="298808" y="1610090"/>
            <a:ext cx="5410624" cy="4579715"/>
          </a:xfrm>
        </p:spPr>
        <p:txBody>
          <a:bodyPr anchor="t" anchorCtr="0">
            <a:sp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Item #1</a:t>
            </a:r>
          </a:p>
          <a:p>
            <a:pPr lvl="0"/>
            <a:r>
              <a:rPr lang="en-US"/>
              <a:t>Item #2</a:t>
            </a:r>
          </a:p>
          <a:p>
            <a:pPr lvl="0"/>
            <a:r>
              <a:rPr lang="en-US"/>
              <a:t>Item #3</a:t>
            </a:r>
          </a:p>
          <a:p>
            <a:pPr lvl="0"/>
            <a:r>
              <a:rPr lang="en-US"/>
              <a:t>Item #4</a:t>
            </a:r>
          </a:p>
          <a:p>
            <a:pPr lvl="0"/>
            <a:r>
              <a:rPr lang="en-US"/>
              <a:t>Item #5</a:t>
            </a:r>
          </a:p>
          <a:p>
            <a:pPr lvl="0"/>
            <a:r>
              <a:rPr lang="en-US"/>
              <a:t>Item #6</a:t>
            </a:r>
          </a:p>
          <a:p>
            <a:pPr lvl="0"/>
            <a:r>
              <a:rPr lang="en-US"/>
              <a:t>Item #7</a:t>
            </a:r>
          </a:p>
          <a:p>
            <a:pPr lvl="0"/>
            <a:r>
              <a:rPr lang="en-US"/>
              <a:t>Item #8</a:t>
            </a:r>
          </a:p>
          <a:p>
            <a:pPr lvl="0"/>
            <a:r>
              <a:rPr lang="en-US"/>
              <a:t>Item #9</a:t>
            </a:r>
          </a:p>
          <a:p>
            <a:pPr lvl="0"/>
            <a:r>
              <a:rPr lang="en-US"/>
              <a:t>Item #10</a:t>
            </a:r>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8" y="397384"/>
            <a:ext cx="5413623" cy="600934"/>
          </a:xfrm>
        </p:spPr>
        <p:txBody>
          <a:bodyPr tIns="0" rIns="0" bIns="0">
            <a:spAutoFit/>
          </a:bodyPr>
          <a:lstStyle>
            <a:lvl1pPr>
              <a:defRPr sz="4400">
                <a:solidFill>
                  <a:schemeClr val="tx1"/>
                </a:solidFill>
                <a:latin typeface="+mj-lt"/>
              </a:defRPr>
            </a:lvl1pPr>
          </a:lstStyle>
          <a:p>
            <a:r>
              <a:rPr lang="en-US"/>
              <a:t>Title</a:t>
            </a:r>
          </a:p>
        </p:txBody>
      </p:sp>
      <p:sp>
        <p:nvSpPr>
          <p:cNvPr id="6" name="Slide Number Placeholder 6">
            <a:extLst>
              <a:ext uri="{FF2B5EF4-FFF2-40B4-BE49-F238E27FC236}">
                <a16:creationId xmlns:a16="http://schemas.microsoft.com/office/drawing/2014/main" id="{9D9ED83A-EC5F-4B0E-9E10-C4E7EBF891A2}"/>
              </a:ext>
            </a:extLst>
          </p:cNvPr>
          <p:cNvSpPr>
            <a:spLocks noGrp="1"/>
          </p:cNvSpPr>
          <p:nvPr>
            <p:ph type="sldNum" sz="quarter" idx="12"/>
          </p:nvPr>
        </p:nvSpPr>
        <p:spPr>
          <a:xfrm>
            <a:off x="298450" y="6457053"/>
            <a:ext cx="252409" cy="153888"/>
          </a:xfrm>
          <a:prstGeom prst="rect">
            <a:avLst/>
          </a:prstGeom>
        </p:spPr>
        <p:txBody>
          <a:bodyPr lIns="0" tIns="0" rIns="0" bIns="0" anchor="ctr" anchorCtr="0">
            <a:spAutoFit/>
          </a:bodyPr>
          <a:lstStyle>
            <a:lvl1pPr>
              <a:defRPr sz="1000">
                <a:latin typeface="+mn-lt"/>
              </a:defRPr>
            </a:lvl1pPr>
          </a:lstStyle>
          <a:p>
            <a:pPr algn="l"/>
            <a:fld id="{7EAD36D4-32FF-544B-9EC2-1F035E0F636E}" type="slidenum">
              <a:rPr lang="en-US" smtClean="0">
                <a:solidFill>
                  <a:schemeClr val="tx1"/>
                </a:solidFill>
              </a:rPr>
              <a:pPr algn="l"/>
              <a:t>‹#›</a:t>
            </a:fld>
            <a:endParaRPr lang="en-US">
              <a:solidFill>
                <a:schemeClr val="tx1"/>
              </a:solidFill>
            </a:endParaRPr>
          </a:p>
        </p:txBody>
      </p:sp>
      <p:sp>
        <p:nvSpPr>
          <p:cNvPr id="7" name="Footer Placeholder 4">
            <a:extLst>
              <a:ext uri="{FF2B5EF4-FFF2-40B4-BE49-F238E27FC236}">
                <a16:creationId xmlns:a16="http://schemas.microsoft.com/office/drawing/2014/main" id="{D9CCAFB6-3D6F-4A4A-B975-F56A3FD362AE}"/>
              </a:ext>
            </a:extLst>
          </p:cNvPr>
          <p:cNvSpPr>
            <a:spLocks noGrp="1"/>
          </p:cNvSpPr>
          <p:nvPr>
            <p:ph type="ftr" sz="quarter" idx="3"/>
          </p:nvPr>
        </p:nvSpPr>
        <p:spPr>
          <a:xfrm>
            <a:off x="621388" y="6462461"/>
            <a:ext cx="2489464" cy="153888"/>
          </a:xfrm>
          <a:prstGeom prst="rect">
            <a:avLst/>
          </a:prstGeom>
        </p:spPr>
        <p:txBody>
          <a:bodyPr vert="horz" lIns="0" tIns="0" rIns="0" bIns="0" rtlCol="0" anchor="b" anchorCtr="0"/>
          <a:lstStyle>
            <a:lvl1pPr algn="l">
              <a:defRPr sz="1000">
                <a:solidFill>
                  <a:schemeClr val="tx1"/>
                </a:solidFill>
              </a:defRPr>
            </a:lvl1pPr>
          </a:lstStyle>
          <a:p>
            <a:r>
              <a:rPr lang="en-US"/>
              <a:t>HP Private, Confidential for Internal Use Only</a:t>
            </a:r>
          </a:p>
        </p:txBody>
      </p:sp>
    </p:spTree>
    <p:extLst>
      <p:ext uri="{BB962C8B-B14F-4D97-AF65-F5344CB8AC3E}">
        <p14:creationId xmlns:p14="http://schemas.microsoft.com/office/powerpoint/2010/main" val="3376649066"/>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1A85F4-FED3-424A-A059-8B91AF23D35D}"/>
              </a:ext>
            </a:extLst>
          </p:cNvPr>
          <p:cNvSpPr/>
          <p:nvPr userDrawn="1"/>
        </p:nvSpPr>
        <p:spPr bwMode="ltGray">
          <a:xfrm>
            <a:off x="0" y="0"/>
            <a:ext cx="12192000" cy="12953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8" y="397384"/>
            <a:ext cx="11612880" cy="600934"/>
          </a:xfrm>
        </p:spPr>
        <p:txBody>
          <a:bodyPr wrap="square" tIns="0" rIns="0" bIns="0">
            <a:spAutoFit/>
          </a:bodyPr>
          <a:lstStyle>
            <a:lvl1pPr>
              <a:defRPr sz="4400">
                <a:solidFill>
                  <a:schemeClr val="tx1"/>
                </a:solidFill>
                <a:latin typeface="+mj-lt"/>
              </a:defRPr>
            </a:lvl1pPr>
          </a:lstStyle>
          <a:p>
            <a:r>
              <a:rPr lang="en-US"/>
              <a:t>Title</a:t>
            </a:r>
          </a:p>
        </p:txBody>
      </p:sp>
      <p:sp>
        <p:nvSpPr>
          <p:cNvPr id="9" name="Slide Number Placeholder 6">
            <a:extLst>
              <a:ext uri="{FF2B5EF4-FFF2-40B4-BE49-F238E27FC236}">
                <a16:creationId xmlns:a16="http://schemas.microsoft.com/office/drawing/2014/main" id="{76155E8A-7EA8-4AD6-AF57-B7E67197C581}"/>
              </a:ext>
            </a:extLst>
          </p:cNvPr>
          <p:cNvSpPr>
            <a:spLocks noGrp="1"/>
          </p:cNvSpPr>
          <p:nvPr>
            <p:ph type="sldNum" sz="quarter" idx="12"/>
          </p:nvPr>
        </p:nvSpPr>
        <p:spPr>
          <a:xfrm>
            <a:off x="298450" y="6457053"/>
            <a:ext cx="252409" cy="153888"/>
          </a:xfrm>
          <a:prstGeom prst="rect">
            <a:avLst/>
          </a:prstGeom>
        </p:spPr>
        <p:txBody>
          <a:bodyPr lIns="0" tIns="0" rIns="0" bIns="0" anchor="ctr" anchorCtr="0">
            <a:spAutoFit/>
          </a:bodyPr>
          <a:lstStyle>
            <a:lvl1pPr>
              <a:defRPr sz="1000">
                <a:latin typeface="+mn-lt"/>
              </a:defRPr>
            </a:lvl1pPr>
          </a:lstStyle>
          <a:p>
            <a:pPr algn="l"/>
            <a:fld id="{7EAD36D4-32FF-544B-9EC2-1F035E0F636E}" type="slidenum">
              <a:rPr lang="en-US" smtClean="0">
                <a:solidFill>
                  <a:schemeClr val="tx1"/>
                </a:solidFill>
              </a:rPr>
              <a:pPr algn="l"/>
              <a:t>‹#›</a:t>
            </a:fld>
            <a:endParaRPr lang="en-US">
              <a:solidFill>
                <a:schemeClr val="tx1"/>
              </a:solidFill>
            </a:endParaRPr>
          </a:p>
        </p:txBody>
      </p:sp>
      <p:sp>
        <p:nvSpPr>
          <p:cNvPr id="10" name="Footer Placeholder 4">
            <a:extLst>
              <a:ext uri="{FF2B5EF4-FFF2-40B4-BE49-F238E27FC236}">
                <a16:creationId xmlns:a16="http://schemas.microsoft.com/office/drawing/2014/main" id="{0FD99E2E-71CB-490D-A000-36D13BBF91FB}"/>
              </a:ext>
            </a:extLst>
          </p:cNvPr>
          <p:cNvSpPr>
            <a:spLocks noGrp="1"/>
          </p:cNvSpPr>
          <p:nvPr>
            <p:ph type="ftr" sz="quarter" idx="3"/>
          </p:nvPr>
        </p:nvSpPr>
        <p:spPr>
          <a:xfrm>
            <a:off x="621388" y="6462461"/>
            <a:ext cx="2489464" cy="153888"/>
          </a:xfrm>
          <a:prstGeom prst="rect">
            <a:avLst/>
          </a:prstGeom>
        </p:spPr>
        <p:txBody>
          <a:bodyPr vert="horz" lIns="0" tIns="0" rIns="0" bIns="0" rtlCol="0" anchor="b" anchorCtr="0"/>
          <a:lstStyle>
            <a:lvl1pPr algn="l">
              <a:defRPr sz="1000">
                <a:solidFill>
                  <a:schemeClr val="tx1"/>
                </a:solidFill>
              </a:defRPr>
            </a:lvl1pPr>
          </a:lstStyle>
          <a:p>
            <a:r>
              <a:rPr lang="en-US"/>
              <a:t>HP Private, Confidential for Internal Use Only</a:t>
            </a:r>
          </a:p>
        </p:txBody>
      </p:sp>
      <p:sp>
        <p:nvSpPr>
          <p:cNvPr id="7" name="logo">
            <a:extLst>
              <a:ext uri="{FF2B5EF4-FFF2-40B4-BE49-F238E27FC236}">
                <a16:creationId xmlns:a16="http://schemas.microsoft.com/office/drawing/2014/main" id="{1D0FC7CE-D148-4652-A7F7-38C45CB32EED}"/>
              </a:ext>
            </a:extLst>
          </p:cNvPr>
          <p:cNvSpPr>
            <a:spLocks noChangeAspect="1" noEditPoints="1"/>
          </p:cNvSpPr>
          <p:nvPr userDrawn="1"/>
        </p:nvSpPr>
        <p:spPr bwMode="gray">
          <a:xfrm>
            <a:off x="11596548" y="6290052"/>
            <a:ext cx="315140" cy="315140"/>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Tree>
    <p:extLst>
      <p:ext uri="{BB962C8B-B14F-4D97-AF65-F5344CB8AC3E}">
        <p14:creationId xmlns:p14="http://schemas.microsoft.com/office/powerpoint/2010/main" val="3117655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2F8F849-F207-4730-BC15-C0BC77A46317}"/>
              </a:ext>
            </a:extLst>
          </p:cNvPr>
          <p:cNvSpPr>
            <a:spLocks noGrp="1"/>
          </p:cNvSpPr>
          <p:nvPr>
            <p:ph type="body" sz="quarter" idx="38"/>
          </p:nvPr>
        </p:nvSpPr>
        <p:spPr>
          <a:xfrm>
            <a:off x="307975" y="1604963"/>
            <a:ext cx="7550150" cy="3403600"/>
          </a:xfrm>
        </p:spPr>
        <p:txBody>
          <a:bodyPr/>
          <a:lstStyle>
            <a:lvl3pPr>
              <a:defRPr/>
            </a:lvl3pPr>
          </a:lstStyle>
          <a:p>
            <a:pPr lvl="0"/>
            <a:r>
              <a:rPr lang="en-US"/>
              <a:t>Click to edit Master text styles</a:t>
            </a:r>
          </a:p>
          <a:p>
            <a:pPr lvl="1"/>
            <a:r>
              <a:rPr lang="en-US"/>
              <a:t>Second level</a:t>
            </a:r>
          </a:p>
          <a:p>
            <a:pPr lvl="2"/>
            <a:r>
              <a:rPr lang="en-US"/>
              <a:t>Third level</a:t>
            </a:r>
          </a:p>
        </p:txBody>
      </p:sp>
      <p:sp>
        <p:nvSpPr>
          <p:cNvPr id="8" name="Rectangle 7">
            <a:extLst>
              <a:ext uri="{FF2B5EF4-FFF2-40B4-BE49-F238E27FC236}">
                <a16:creationId xmlns:a16="http://schemas.microsoft.com/office/drawing/2014/main" id="{B21A85F4-FED3-424A-A059-8B91AF23D35D}"/>
              </a:ext>
            </a:extLst>
          </p:cNvPr>
          <p:cNvSpPr/>
          <p:nvPr userDrawn="1"/>
        </p:nvSpPr>
        <p:spPr bwMode="ltGray">
          <a:xfrm>
            <a:off x="0" y="0"/>
            <a:ext cx="12192000" cy="12953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6" y="397384"/>
            <a:ext cx="11612880" cy="600934"/>
          </a:xfrm>
        </p:spPr>
        <p:txBody>
          <a:bodyPr wrap="square" tIns="0" rIns="0" bIns="0">
            <a:spAutoFit/>
          </a:bodyPr>
          <a:lstStyle>
            <a:lvl1pPr>
              <a:defRPr sz="4400">
                <a:solidFill>
                  <a:schemeClr val="tx1"/>
                </a:solidFill>
                <a:latin typeface="+mj-lt"/>
              </a:defRPr>
            </a:lvl1pPr>
          </a:lstStyle>
          <a:p>
            <a:r>
              <a:rPr lang="en-US"/>
              <a:t>Title</a:t>
            </a:r>
          </a:p>
        </p:txBody>
      </p:sp>
      <p:sp>
        <p:nvSpPr>
          <p:cNvPr id="11" name="Slide Number Placeholder 6">
            <a:extLst>
              <a:ext uri="{FF2B5EF4-FFF2-40B4-BE49-F238E27FC236}">
                <a16:creationId xmlns:a16="http://schemas.microsoft.com/office/drawing/2014/main" id="{D0EB6A83-82B4-4821-9E6D-CFC9C50B2953}"/>
              </a:ext>
            </a:extLst>
          </p:cNvPr>
          <p:cNvSpPr>
            <a:spLocks noGrp="1"/>
          </p:cNvSpPr>
          <p:nvPr>
            <p:ph type="sldNum" sz="quarter" idx="12"/>
          </p:nvPr>
        </p:nvSpPr>
        <p:spPr>
          <a:xfrm>
            <a:off x="298450" y="6457053"/>
            <a:ext cx="252409" cy="153888"/>
          </a:xfrm>
          <a:prstGeom prst="rect">
            <a:avLst/>
          </a:prstGeom>
        </p:spPr>
        <p:txBody>
          <a:bodyPr lIns="0" tIns="0" rIns="0" bIns="0" anchor="ctr" anchorCtr="0">
            <a:spAutoFit/>
          </a:bodyPr>
          <a:lstStyle>
            <a:lvl1pPr>
              <a:defRPr sz="1000">
                <a:latin typeface="+mn-lt"/>
              </a:defRPr>
            </a:lvl1pPr>
          </a:lstStyle>
          <a:p>
            <a:pPr algn="l"/>
            <a:fld id="{7EAD36D4-32FF-544B-9EC2-1F035E0F636E}" type="slidenum">
              <a:rPr lang="en-US" smtClean="0">
                <a:solidFill>
                  <a:schemeClr val="tx1"/>
                </a:solidFill>
              </a:rPr>
              <a:pPr algn="l"/>
              <a:t>‹#›</a:t>
            </a:fld>
            <a:endParaRPr lang="en-US">
              <a:solidFill>
                <a:schemeClr val="tx1"/>
              </a:solidFill>
            </a:endParaRPr>
          </a:p>
        </p:txBody>
      </p:sp>
      <p:sp>
        <p:nvSpPr>
          <p:cNvPr id="6" name="logo">
            <a:extLst>
              <a:ext uri="{FF2B5EF4-FFF2-40B4-BE49-F238E27FC236}">
                <a16:creationId xmlns:a16="http://schemas.microsoft.com/office/drawing/2014/main" id="{7669D35C-88DD-4933-AC78-FA1871E7713A}"/>
              </a:ext>
            </a:extLst>
          </p:cNvPr>
          <p:cNvSpPr>
            <a:spLocks noChangeAspect="1" noEditPoints="1"/>
          </p:cNvSpPr>
          <p:nvPr userDrawn="1"/>
        </p:nvSpPr>
        <p:spPr bwMode="gray">
          <a:xfrm>
            <a:off x="11596548" y="6290052"/>
            <a:ext cx="315140" cy="315140"/>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2" name="Footer Placeholder 4">
            <a:extLst>
              <a:ext uri="{FF2B5EF4-FFF2-40B4-BE49-F238E27FC236}">
                <a16:creationId xmlns:a16="http://schemas.microsoft.com/office/drawing/2014/main" id="{95FD5D6E-9407-4D2C-82DE-5A7D5486C2C7}"/>
              </a:ext>
            </a:extLst>
          </p:cNvPr>
          <p:cNvSpPr>
            <a:spLocks noGrp="1"/>
          </p:cNvSpPr>
          <p:nvPr>
            <p:ph type="ftr" sz="quarter" idx="3"/>
          </p:nvPr>
        </p:nvSpPr>
        <p:spPr>
          <a:xfrm>
            <a:off x="621388" y="6462461"/>
            <a:ext cx="2489464" cy="153888"/>
          </a:xfrm>
          <a:prstGeom prst="rect">
            <a:avLst/>
          </a:prstGeom>
        </p:spPr>
        <p:txBody>
          <a:bodyPr vert="horz" lIns="0" tIns="0" rIns="0" bIns="0" rtlCol="0" anchor="b" anchorCtr="0"/>
          <a:lstStyle>
            <a:lvl1pPr algn="l">
              <a:defRPr sz="1000">
                <a:solidFill>
                  <a:schemeClr val="tx1"/>
                </a:solidFill>
              </a:defRPr>
            </a:lvl1pPr>
          </a:lstStyle>
          <a:p>
            <a:r>
              <a:rPr lang="en-US"/>
              <a:t>HP Private, Confidential for Internal Use Only</a:t>
            </a:r>
          </a:p>
        </p:txBody>
      </p:sp>
    </p:spTree>
    <p:extLst>
      <p:ext uri="{BB962C8B-B14F-4D97-AF65-F5344CB8AC3E}">
        <p14:creationId xmlns:p14="http://schemas.microsoft.com/office/powerpoint/2010/main" val="2605615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ubtitle &amp; Content Alternate">
    <p:bg>
      <p:bgPr>
        <a:solidFill>
          <a:schemeClr val="bg1"/>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E3AA8B4D-DD55-41D3-B7B0-2F86676B8C7A}"/>
              </a:ext>
            </a:extLst>
          </p:cNvPr>
          <p:cNvSpPr>
            <a:spLocks noGrp="1"/>
          </p:cNvSpPr>
          <p:nvPr>
            <p:ph type="body" idx="37" hasCustomPrompt="1"/>
          </p:nvPr>
        </p:nvSpPr>
        <p:spPr>
          <a:xfrm>
            <a:off x="4287520" y="1609724"/>
            <a:ext cx="7647806" cy="2307183"/>
          </a:xfrm>
        </p:spPr>
        <p:txBody>
          <a:bodyPr wrap="square" anchor="t" anchorCtr="0">
            <a:spAutoFit/>
          </a:bodyPr>
          <a:lstStyle>
            <a:lvl1pPr marL="0" indent="0">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a:t>
            </a:r>
            <a:r>
              <a:rPr lang="en-US" err="1"/>
              <a:t>Pellentesque</a:t>
            </a:r>
            <a:r>
              <a:rPr lang="en-US"/>
              <a:t> </a:t>
            </a:r>
            <a:r>
              <a:rPr lang="en-US" err="1"/>
              <a:t>lacus</a:t>
            </a:r>
            <a:r>
              <a:rPr lang="en-US"/>
              <a:t> </a:t>
            </a:r>
            <a:r>
              <a:rPr lang="en-US" err="1"/>
              <a:t>arcu</a:t>
            </a:r>
            <a:r>
              <a:rPr lang="en-US"/>
              <a:t>, </a:t>
            </a:r>
            <a:r>
              <a:rPr lang="en-US" err="1"/>
              <a:t>varius</a:t>
            </a:r>
            <a:r>
              <a:rPr lang="en-US"/>
              <a:t> </a:t>
            </a:r>
            <a:r>
              <a:rPr lang="en-US" err="1"/>
              <a:t>nec</a:t>
            </a:r>
            <a:r>
              <a:rPr lang="en-US"/>
              <a:t> </a:t>
            </a:r>
            <a:r>
              <a:rPr lang="en-US" err="1"/>
              <a:t>urna</a:t>
            </a:r>
            <a:r>
              <a:rPr lang="en-US"/>
              <a:t> sed, </a:t>
            </a:r>
            <a:r>
              <a:rPr lang="en-US" err="1"/>
              <a:t>malesuada</a:t>
            </a:r>
            <a:r>
              <a:rPr lang="en-US"/>
              <a:t> </a:t>
            </a:r>
            <a:r>
              <a:rPr lang="en-US" err="1"/>
              <a:t>lobortis</a:t>
            </a:r>
            <a:r>
              <a:rPr lang="en-US"/>
              <a:t> </a:t>
            </a:r>
            <a:r>
              <a:rPr lang="en-US" err="1"/>
              <a:t>augue</a:t>
            </a:r>
            <a:r>
              <a:rPr lang="en-US"/>
              <a:t>. </a:t>
            </a:r>
            <a:r>
              <a:rPr lang="en-US" err="1"/>
              <a:t>Curabitur</a:t>
            </a:r>
            <a:r>
              <a:rPr lang="en-US"/>
              <a:t> a diam ac diam </a:t>
            </a:r>
            <a:r>
              <a:rPr lang="en-US" err="1"/>
              <a:t>rhoncus</a:t>
            </a:r>
            <a:r>
              <a:rPr lang="en-US"/>
              <a:t> </a:t>
            </a:r>
            <a:r>
              <a:rPr lang="en-US" err="1"/>
              <a:t>molestie</a:t>
            </a:r>
            <a:r>
              <a:rPr lang="en-US"/>
              <a:t> porta vel diam. Nam in </a:t>
            </a:r>
            <a:r>
              <a:rPr lang="en-US" err="1"/>
              <a:t>commodo</a:t>
            </a:r>
            <a:r>
              <a:rPr lang="en-US"/>
              <a:t> </a:t>
            </a:r>
            <a:r>
              <a:rPr lang="en-US" err="1"/>
              <a:t>massa</a:t>
            </a:r>
            <a:r>
              <a:rPr lang="en-US"/>
              <a:t>.</a:t>
            </a:r>
          </a:p>
        </p:txBody>
      </p:sp>
      <p:sp>
        <p:nvSpPr>
          <p:cNvPr id="8" name="Rectangle 7">
            <a:extLst>
              <a:ext uri="{FF2B5EF4-FFF2-40B4-BE49-F238E27FC236}">
                <a16:creationId xmlns:a16="http://schemas.microsoft.com/office/drawing/2014/main" id="{B21A85F4-FED3-424A-A059-8B91AF23D35D}"/>
              </a:ext>
            </a:extLst>
          </p:cNvPr>
          <p:cNvSpPr/>
          <p:nvPr userDrawn="1"/>
        </p:nvSpPr>
        <p:spPr bwMode="ltGray">
          <a:xfrm>
            <a:off x="0" y="0"/>
            <a:ext cx="12192000" cy="12953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6" y="397384"/>
            <a:ext cx="11612880" cy="600934"/>
          </a:xfrm>
        </p:spPr>
        <p:txBody>
          <a:bodyPr wrap="square" tIns="0" rIns="0" bIns="0">
            <a:spAutoFit/>
          </a:bodyPr>
          <a:lstStyle>
            <a:lvl1pPr>
              <a:lnSpc>
                <a:spcPct val="85000"/>
              </a:lnSpc>
              <a:defRPr sz="4400">
                <a:latin typeface="+mj-lt"/>
              </a:defRPr>
            </a:lvl1pPr>
          </a:lstStyle>
          <a:p>
            <a:r>
              <a:rPr lang="en-US"/>
              <a:t>Title</a:t>
            </a:r>
          </a:p>
        </p:txBody>
      </p:sp>
      <p:sp>
        <p:nvSpPr>
          <p:cNvPr id="5" name="Text Placeholder 4">
            <a:extLst>
              <a:ext uri="{FF2B5EF4-FFF2-40B4-BE49-F238E27FC236}">
                <a16:creationId xmlns:a16="http://schemas.microsoft.com/office/drawing/2014/main" id="{08FB926F-0EA3-394E-A37B-B2113E63EFCB}"/>
              </a:ext>
            </a:extLst>
          </p:cNvPr>
          <p:cNvSpPr>
            <a:spLocks noGrp="1"/>
          </p:cNvSpPr>
          <p:nvPr>
            <p:ph type="body" sz="quarter" idx="14" hasCustomPrompt="1"/>
          </p:nvPr>
        </p:nvSpPr>
        <p:spPr>
          <a:xfrm>
            <a:off x="298808" y="1609725"/>
            <a:ext cx="3657600" cy="878702"/>
          </a:xfrm>
        </p:spPr>
        <p:txBody>
          <a:bodyPr anchor="t" anchorCtr="0">
            <a:spAutoFit/>
          </a:bodyPr>
          <a:lstStyle>
            <a:lvl1pPr marL="0" indent="0">
              <a:buNone/>
              <a:defRPr sz="2800">
                <a:latin typeface="+mn-lt"/>
              </a:defRPr>
            </a:lvl1pPr>
          </a:lstStyle>
          <a:p>
            <a:pPr lvl="0"/>
            <a:r>
              <a:rPr lang="en-US"/>
              <a:t>Subtitle here. Lorem ipsum dolor sit </a:t>
            </a:r>
            <a:r>
              <a:rPr lang="en-US" err="1"/>
              <a:t>amet</a:t>
            </a:r>
            <a:r>
              <a:rPr lang="en-US"/>
              <a:t>.</a:t>
            </a:r>
          </a:p>
        </p:txBody>
      </p:sp>
      <p:sp>
        <p:nvSpPr>
          <p:cNvPr id="14" name="Slide Number Placeholder 6">
            <a:extLst>
              <a:ext uri="{FF2B5EF4-FFF2-40B4-BE49-F238E27FC236}">
                <a16:creationId xmlns:a16="http://schemas.microsoft.com/office/drawing/2014/main" id="{0F1F3520-1E00-4339-9F50-FEDE0FCAC749}"/>
              </a:ext>
            </a:extLst>
          </p:cNvPr>
          <p:cNvSpPr>
            <a:spLocks noGrp="1"/>
          </p:cNvSpPr>
          <p:nvPr>
            <p:ph type="sldNum" sz="quarter" idx="12"/>
          </p:nvPr>
        </p:nvSpPr>
        <p:spPr>
          <a:xfrm>
            <a:off x="298450" y="6457053"/>
            <a:ext cx="252409" cy="153888"/>
          </a:xfrm>
          <a:prstGeom prst="rect">
            <a:avLst/>
          </a:prstGeom>
        </p:spPr>
        <p:txBody>
          <a:bodyPr lIns="0" tIns="0" rIns="0" bIns="0" anchor="ctr" anchorCtr="0">
            <a:spAutoFit/>
          </a:bodyPr>
          <a:lstStyle>
            <a:lvl1pPr>
              <a:defRPr sz="1000">
                <a:latin typeface="+mn-lt"/>
              </a:defRPr>
            </a:lvl1pPr>
          </a:lstStyle>
          <a:p>
            <a:pPr algn="l"/>
            <a:fld id="{7EAD36D4-32FF-544B-9EC2-1F035E0F636E}" type="slidenum">
              <a:rPr lang="en-US" smtClean="0">
                <a:solidFill>
                  <a:schemeClr val="tx1"/>
                </a:solidFill>
              </a:rPr>
              <a:pPr algn="l"/>
              <a:t>‹#›</a:t>
            </a:fld>
            <a:endParaRPr lang="en-US">
              <a:solidFill>
                <a:schemeClr val="tx1"/>
              </a:solidFill>
            </a:endParaRPr>
          </a:p>
        </p:txBody>
      </p:sp>
      <p:sp>
        <p:nvSpPr>
          <p:cNvPr id="7" name="logo">
            <a:extLst>
              <a:ext uri="{FF2B5EF4-FFF2-40B4-BE49-F238E27FC236}">
                <a16:creationId xmlns:a16="http://schemas.microsoft.com/office/drawing/2014/main" id="{C79D8E81-0043-4708-8C81-A913596AC039}"/>
              </a:ext>
            </a:extLst>
          </p:cNvPr>
          <p:cNvSpPr>
            <a:spLocks noChangeAspect="1" noEditPoints="1"/>
          </p:cNvSpPr>
          <p:nvPr userDrawn="1"/>
        </p:nvSpPr>
        <p:spPr bwMode="gray">
          <a:xfrm>
            <a:off x="11596548" y="6290052"/>
            <a:ext cx="315140" cy="315140"/>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Footer Placeholder 4">
            <a:extLst>
              <a:ext uri="{FF2B5EF4-FFF2-40B4-BE49-F238E27FC236}">
                <a16:creationId xmlns:a16="http://schemas.microsoft.com/office/drawing/2014/main" id="{3C11AC52-DBC8-4067-8280-A024BCCFA211}"/>
              </a:ext>
            </a:extLst>
          </p:cNvPr>
          <p:cNvSpPr>
            <a:spLocks noGrp="1"/>
          </p:cNvSpPr>
          <p:nvPr>
            <p:ph type="ftr" sz="quarter" idx="3"/>
          </p:nvPr>
        </p:nvSpPr>
        <p:spPr>
          <a:xfrm>
            <a:off x="621388" y="6462461"/>
            <a:ext cx="2489464" cy="153888"/>
          </a:xfrm>
          <a:prstGeom prst="rect">
            <a:avLst/>
          </a:prstGeom>
        </p:spPr>
        <p:txBody>
          <a:bodyPr vert="horz" lIns="0" tIns="0" rIns="0" bIns="0" rtlCol="0" anchor="b" anchorCtr="0"/>
          <a:lstStyle>
            <a:lvl1pPr algn="l">
              <a:defRPr sz="1000">
                <a:solidFill>
                  <a:schemeClr val="tx1"/>
                </a:solidFill>
              </a:defRPr>
            </a:lvl1pPr>
          </a:lstStyle>
          <a:p>
            <a:r>
              <a:rPr lang="en-US"/>
              <a:t>HP Private, Confidential for Internal Use Only</a:t>
            </a:r>
          </a:p>
        </p:txBody>
      </p:sp>
    </p:spTree>
    <p:extLst>
      <p:ext uri="{BB962C8B-B14F-4D97-AF65-F5344CB8AC3E}">
        <p14:creationId xmlns:p14="http://schemas.microsoft.com/office/powerpoint/2010/main" val="13999529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amp; Content">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DD02BB2-A349-B449-B34B-9F8A7EDCAE6A}"/>
              </a:ext>
            </a:extLst>
          </p:cNvPr>
          <p:cNvSpPr/>
          <p:nvPr userDrawn="1"/>
        </p:nvSpPr>
        <p:spPr bwMode="ltGray">
          <a:xfrm>
            <a:off x="0" y="0"/>
            <a:ext cx="12192000" cy="12953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7" y="397384"/>
            <a:ext cx="11612880" cy="600934"/>
          </a:xfrm>
        </p:spPr>
        <p:txBody>
          <a:bodyPr wrap="square" tIns="0" rIns="0" bIns="0">
            <a:spAutoFit/>
          </a:bodyPr>
          <a:lstStyle>
            <a:lvl1pPr>
              <a:defRPr sz="4400">
                <a:solidFill>
                  <a:schemeClr val="tx1"/>
                </a:solidFill>
                <a:latin typeface="+mj-lt"/>
              </a:defRPr>
            </a:lvl1pPr>
          </a:lstStyle>
          <a:p>
            <a:r>
              <a:rPr lang="en-US"/>
              <a:t>Title</a:t>
            </a:r>
          </a:p>
        </p:txBody>
      </p:sp>
      <p:sp>
        <p:nvSpPr>
          <p:cNvPr id="16" name="Rectangle 15">
            <a:extLst>
              <a:ext uri="{FF2B5EF4-FFF2-40B4-BE49-F238E27FC236}">
                <a16:creationId xmlns:a16="http://schemas.microsoft.com/office/drawing/2014/main" id="{1E43C2B4-9830-CE46-A39E-B560CDCB4753}"/>
              </a:ext>
            </a:extLst>
          </p:cNvPr>
          <p:cNvSpPr/>
          <p:nvPr userDrawn="1"/>
        </p:nvSpPr>
        <p:spPr bwMode="ltGray">
          <a:xfrm>
            <a:off x="0" y="1295399"/>
            <a:ext cx="12192000" cy="889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9">
            <a:extLst>
              <a:ext uri="{FF2B5EF4-FFF2-40B4-BE49-F238E27FC236}">
                <a16:creationId xmlns:a16="http://schemas.microsoft.com/office/drawing/2014/main" id="{DF28EDDF-AD99-7C44-B415-989893C46A43}"/>
              </a:ext>
            </a:extLst>
          </p:cNvPr>
          <p:cNvSpPr>
            <a:spLocks noGrp="1"/>
          </p:cNvSpPr>
          <p:nvPr>
            <p:ph type="body" sz="quarter" idx="15" hasCustomPrompt="1"/>
          </p:nvPr>
        </p:nvSpPr>
        <p:spPr>
          <a:xfrm>
            <a:off x="296826" y="1565621"/>
            <a:ext cx="11612880" cy="348557"/>
          </a:xfrm>
        </p:spPr>
        <p:txBody>
          <a:bodyPr wrap="square" anchor="ctr" anchorCtr="0">
            <a:spAutoFit/>
          </a:bodyPr>
          <a:lstStyle>
            <a:lvl1pPr marL="0" indent="0">
              <a:buNone/>
              <a:defRPr sz="1800">
                <a:latin typeface="+mn-lt"/>
              </a:defRPr>
            </a:lvl1pPr>
          </a:lstStyle>
          <a:p>
            <a:pPr lvl="0"/>
            <a:r>
              <a:rPr lang="en-US"/>
              <a:t>Secondary level text goes here. Lorem ipsum dolor sit </a:t>
            </a:r>
            <a:r>
              <a:rPr lang="en-US" err="1"/>
              <a:t>amet</a:t>
            </a:r>
            <a:r>
              <a:rPr lang="en-US"/>
              <a:t>.</a:t>
            </a:r>
          </a:p>
        </p:txBody>
      </p:sp>
      <p:sp>
        <p:nvSpPr>
          <p:cNvPr id="10" name="Slide Number Placeholder 6">
            <a:extLst>
              <a:ext uri="{FF2B5EF4-FFF2-40B4-BE49-F238E27FC236}">
                <a16:creationId xmlns:a16="http://schemas.microsoft.com/office/drawing/2014/main" id="{634455EC-817E-4DFC-8A82-3AE564282352}"/>
              </a:ext>
            </a:extLst>
          </p:cNvPr>
          <p:cNvSpPr>
            <a:spLocks noGrp="1"/>
          </p:cNvSpPr>
          <p:nvPr>
            <p:ph type="sldNum" sz="quarter" idx="12"/>
          </p:nvPr>
        </p:nvSpPr>
        <p:spPr>
          <a:xfrm>
            <a:off x="298450" y="6457053"/>
            <a:ext cx="252409" cy="153888"/>
          </a:xfrm>
          <a:prstGeom prst="rect">
            <a:avLst/>
          </a:prstGeom>
        </p:spPr>
        <p:txBody>
          <a:bodyPr lIns="0" tIns="0" rIns="0" bIns="0" anchor="ctr" anchorCtr="0">
            <a:spAutoFit/>
          </a:bodyPr>
          <a:lstStyle>
            <a:lvl1pPr>
              <a:defRPr sz="1000">
                <a:latin typeface="+mn-lt"/>
              </a:defRPr>
            </a:lvl1pPr>
          </a:lstStyle>
          <a:p>
            <a:pPr algn="l"/>
            <a:fld id="{7EAD36D4-32FF-544B-9EC2-1F035E0F636E}" type="slidenum">
              <a:rPr lang="en-US" smtClean="0">
                <a:solidFill>
                  <a:schemeClr val="tx1"/>
                </a:solidFill>
              </a:rPr>
              <a:pPr algn="l"/>
              <a:t>‹#›</a:t>
            </a:fld>
            <a:endParaRPr lang="en-US">
              <a:solidFill>
                <a:schemeClr val="tx1"/>
              </a:solidFill>
            </a:endParaRPr>
          </a:p>
        </p:txBody>
      </p:sp>
      <p:sp>
        <p:nvSpPr>
          <p:cNvPr id="8" name="logo">
            <a:extLst>
              <a:ext uri="{FF2B5EF4-FFF2-40B4-BE49-F238E27FC236}">
                <a16:creationId xmlns:a16="http://schemas.microsoft.com/office/drawing/2014/main" id="{54B4DD62-BFEE-4268-B179-5590EBA77C15}"/>
              </a:ext>
            </a:extLst>
          </p:cNvPr>
          <p:cNvSpPr>
            <a:spLocks noChangeAspect="1" noEditPoints="1"/>
          </p:cNvSpPr>
          <p:nvPr userDrawn="1"/>
        </p:nvSpPr>
        <p:spPr bwMode="gray">
          <a:xfrm>
            <a:off x="11596548" y="6290052"/>
            <a:ext cx="315140" cy="315140"/>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1" name="Footer Placeholder 4">
            <a:extLst>
              <a:ext uri="{FF2B5EF4-FFF2-40B4-BE49-F238E27FC236}">
                <a16:creationId xmlns:a16="http://schemas.microsoft.com/office/drawing/2014/main" id="{C6E21C78-D216-4BB9-A585-347D8D25B072}"/>
              </a:ext>
            </a:extLst>
          </p:cNvPr>
          <p:cNvSpPr>
            <a:spLocks noGrp="1"/>
          </p:cNvSpPr>
          <p:nvPr>
            <p:ph type="ftr" sz="quarter" idx="3"/>
          </p:nvPr>
        </p:nvSpPr>
        <p:spPr>
          <a:xfrm>
            <a:off x="621388" y="6462461"/>
            <a:ext cx="2489464" cy="153888"/>
          </a:xfrm>
          <a:prstGeom prst="rect">
            <a:avLst/>
          </a:prstGeom>
        </p:spPr>
        <p:txBody>
          <a:bodyPr vert="horz" lIns="0" tIns="0" rIns="0" bIns="0" rtlCol="0" anchor="b" anchorCtr="0"/>
          <a:lstStyle>
            <a:lvl1pPr algn="l">
              <a:defRPr sz="1000">
                <a:solidFill>
                  <a:schemeClr val="tx1"/>
                </a:solidFill>
              </a:defRPr>
            </a:lvl1pPr>
          </a:lstStyle>
          <a:p>
            <a:r>
              <a:rPr lang="en-US"/>
              <a:t>HP Private, Confidential for Internal Use Only</a:t>
            </a:r>
          </a:p>
        </p:txBody>
      </p:sp>
      <p:sp>
        <p:nvSpPr>
          <p:cNvPr id="12" name="Text Placeholder 3">
            <a:extLst>
              <a:ext uri="{FF2B5EF4-FFF2-40B4-BE49-F238E27FC236}">
                <a16:creationId xmlns:a16="http://schemas.microsoft.com/office/drawing/2014/main" id="{6EE314AB-90D3-419B-AC10-CF5FBC632154}"/>
              </a:ext>
            </a:extLst>
          </p:cNvPr>
          <p:cNvSpPr>
            <a:spLocks noGrp="1"/>
          </p:cNvSpPr>
          <p:nvPr>
            <p:ph type="body" sz="quarter" idx="38"/>
          </p:nvPr>
        </p:nvSpPr>
        <p:spPr>
          <a:xfrm>
            <a:off x="307975" y="2492968"/>
            <a:ext cx="7550150" cy="3403600"/>
          </a:xfrm>
        </p:spPr>
        <p:txBody>
          <a:bodyPr/>
          <a:lstStyle>
            <a:lvl3pPr>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648647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mp; 2 Columns">
    <p:bg>
      <p:bgPr>
        <a:solidFill>
          <a:schemeClr val="bg1"/>
        </a:solidFill>
        <a:effectLst/>
      </p:bgPr>
    </p:bg>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D4CA49AF-6AB2-4D07-A71E-0613B8FB2BBA}"/>
              </a:ext>
            </a:extLst>
          </p:cNvPr>
          <p:cNvSpPr>
            <a:spLocks noGrp="1"/>
          </p:cNvSpPr>
          <p:nvPr>
            <p:ph type="body" idx="29" hasCustomPrompt="1"/>
          </p:nvPr>
        </p:nvSpPr>
        <p:spPr>
          <a:xfrm>
            <a:off x="312761" y="1755410"/>
            <a:ext cx="5700563" cy="2599430"/>
          </a:xfrm>
        </p:spPr>
        <p:txBody>
          <a:bodyPr anchor="t" anchorCtr="0">
            <a:spAutoFit/>
          </a:bodyPr>
          <a:lstStyle>
            <a:lvl1pPr marL="0" indent="0">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a:t>
            </a:r>
          </a:p>
        </p:txBody>
      </p:sp>
      <p:sp>
        <p:nvSpPr>
          <p:cNvPr id="11" name="Text Placeholder 2">
            <a:extLst>
              <a:ext uri="{FF2B5EF4-FFF2-40B4-BE49-F238E27FC236}">
                <a16:creationId xmlns:a16="http://schemas.microsoft.com/office/drawing/2014/main" id="{0AA35B3B-94F1-4DE4-9FB5-CC73CB28DF40}"/>
              </a:ext>
            </a:extLst>
          </p:cNvPr>
          <p:cNvSpPr>
            <a:spLocks noGrp="1"/>
          </p:cNvSpPr>
          <p:nvPr>
            <p:ph type="body" idx="1" hasCustomPrompt="1"/>
          </p:nvPr>
        </p:nvSpPr>
        <p:spPr>
          <a:xfrm>
            <a:off x="6220268" y="1755410"/>
            <a:ext cx="5700563" cy="2599430"/>
          </a:xfrm>
        </p:spPr>
        <p:txBody>
          <a:bodyPr anchor="t" anchorCtr="0">
            <a:spAutoFit/>
          </a:bodyPr>
          <a:lstStyle>
            <a:lvl1pPr marL="0" indent="0">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p:txBody>
      </p:sp>
      <p:sp>
        <p:nvSpPr>
          <p:cNvPr id="24" name="Rectangle 23">
            <a:extLst>
              <a:ext uri="{FF2B5EF4-FFF2-40B4-BE49-F238E27FC236}">
                <a16:creationId xmlns:a16="http://schemas.microsoft.com/office/drawing/2014/main" id="{5DD02BB2-A349-B449-B34B-9F8A7EDCAE6A}"/>
              </a:ext>
            </a:extLst>
          </p:cNvPr>
          <p:cNvSpPr/>
          <p:nvPr userDrawn="1"/>
        </p:nvSpPr>
        <p:spPr bwMode="ltGray">
          <a:xfrm>
            <a:off x="0" y="0"/>
            <a:ext cx="12192000" cy="12953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a:xfrm>
            <a:off x="298807" y="397384"/>
            <a:ext cx="11612880" cy="600934"/>
          </a:xfrm>
        </p:spPr>
        <p:txBody>
          <a:bodyPr tIns="0" rIns="0" bIns="0">
            <a:spAutoFit/>
          </a:bodyPr>
          <a:lstStyle>
            <a:lvl1pPr>
              <a:defRPr sz="4400">
                <a:latin typeface="+mj-lt"/>
              </a:defRPr>
            </a:lvl1pPr>
          </a:lstStyle>
          <a:p>
            <a:r>
              <a:rPr lang="en-US"/>
              <a:t>Title</a:t>
            </a:r>
          </a:p>
        </p:txBody>
      </p:sp>
      <p:cxnSp>
        <p:nvCxnSpPr>
          <p:cNvPr id="16" name="Straight Connector 15">
            <a:extLst>
              <a:ext uri="{FF2B5EF4-FFF2-40B4-BE49-F238E27FC236}">
                <a16:creationId xmlns:a16="http://schemas.microsoft.com/office/drawing/2014/main" id="{6318BB02-8B78-3F40-A553-69763D21178F}"/>
              </a:ext>
            </a:extLst>
          </p:cNvPr>
          <p:cNvCxnSpPr>
            <a:cxnSpLocks/>
          </p:cNvCxnSpPr>
          <p:nvPr userDrawn="1"/>
        </p:nvCxnSpPr>
        <p:spPr>
          <a:xfrm>
            <a:off x="312761" y="1676400"/>
            <a:ext cx="570657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4619A5C-24C9-3E4F-BC6E-B885D452657A}"/>
              </a:ext>
            </a:extLst>
          </p:cNvPr>
          <p:cNvCxnSpPr>
            <a:cxnSpLocks/>
          </p:cNvCxnSpPr>
          <p:nvPr userDrawn="1"/>
        </p:nvCxnSpPr>
        <p:spPr>
          <a:xfrm>
            <a:off x="6220268" y="1676400"/>
            <a:ext cx="571658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Slide Number Placeholder 6">
            <a:extLst>
              <a:ext uri="{FF2B5EF4-FFF2-40B4-BE49-F238E27FC236}">
                <a16:creationId xmlns:a16="http://schemas.microsoft.com/office/drawing/2014/main" id="{D01DA2DA-9A5A-4A90-B454-D3B5FC08774A}"/>
              </a:ext>
            </a:extLst>
          </p:cNvPr>
          <p:cNvSpPr>
            <a:spLocks noGrp="1"/>
          </p:cNvSpPr>
          <p:nvPr>
            <p:ph type="sldNum" sz="quarter" idx="12"/>
          </p:nvPr>
        </p:nvSpPr>
        <p:spPr>
          <a:xfrm>
            <a:off x="298450" y="6457053"/>
            <a:ext cx="252409" cy="153888"/>
          </a:xfrm>
          <a:prstGeom prst="rect">
            <a:avLst/>
          </a:prstGeom>
        </p:spPr>
        <p:txBody>
          <a:bodyPr lIns="0" tIns="0" rIns="0" bIns="0" anchor="ctr" anchorCtr="0">
            <a:spAutoFit/>
          </a:bodyPr>
          <a:lstStyle>
            <a:lvl1pPr>
              <a:defRPr sz="1000">
                <a:latin typeface="+mn-lt"/>
              </a:defRPr>
            </a:lvl1pPr>
          </a:lstStyle>
          <a:p>
            <a:pPr algn="l"/>
            <a:fld id="{7EAD36D4-32FF-544B-9EC2-1F035E0F636E}" type="slidenum">
              <a:rPr lang="en-US" smtClean="0">
                <a:solidFill>
                  <a:schemeClr val="tx1"/>
                </a:solidFill>
              </a:rPr>
              <a:pPr algn="l"/>
              <a:t>‹#›</a:t>
            </a:fld>
            <a:endParaRPr lang="en-US">
              <a:solidFill>
                <a:schemeClr val="tx1"/>
              </a:solidFill>
            </a:endParaRPr>
          </a:p>
        </p:txBody>
      </p:sp>
      <p:sp>
        <p:nvSpPr>
          <p:cNvPr id="9" name="logo">
            <a:extLst>
              <a:ext uri="{FF2B5EF4-FFF2-40B4-BE49-F238E27FC236}">
                <a16:creationId xmlns:a16="http://schemas.microsoft.com/office/drawing/2014/main" id="{15CD19C4-DCCC-49D5-8B58-45546616B096}"/>
              </a:ext>
            </a:extLst>
          </p:cNvPr>
          <p:cNvSpPr>
            <a:spLocks noChangeAspect="1" noEditPoints="1"/>
          </p:cNvSpPr>
          <p:nvPr userDrawn="1"/>
        </p:nvSpPr>
        <p:spPr bwMode="gray">
          <a:xfrm>
            <a:off x="11596548" y="6290052"/>
            <a:ext cx="315140" cy="315140"/>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2" name="Footer Placeholder 4">
            <a:extLst>
              <a:ext uri="{FF2B5EF4-FFF2-40B4-BE49-F238E27FC236}">
                <a16:creationId xmlns:a16="http://schemas.microsoft.com/office/drawing/2014/main" id="{C6EB5664-1316-4D70-BFC9-F9ECB111B644}"/>
              </a:ext>
            </a:extLst>
          </p:cNvPr>
          <p:cNvSpPr>
            <a:spLocks noGrp="1"/>
          </p:cNvSpPr>
          <p:nvPr>
            <p:ph type="ftr" sz="quarter" idx="3"/>
          </p:nvPr>
        </p:nvSpPr>
        <p:spPr>
          <a:xfrm>
            <a:off x="621388" y="6462461"/>
            <a:ext cx="2489464" cy="153888"/>
          </a:xfrm>
          <a:prstGeom prst="rect">
            <a:avLst/>
          </a:prstGeom>
        </p:spPr>
        <p:txBody>
          <a:bodyPr vert="horz" lIns="0" tIns="0" rIns="0" bIns="0" rtlCol="0" anchor="b" anchorCtr="0"/>
          <a:lstStyle>
            <a:lvl1pPr algn="l">
              <a:defRPr sz="1000">
                <a:solidFill>
                  <a:schemeClr val="tx1"/>
                </a:solidFill>
              </a:defRPr>
            </a:lvl1pPr>
          </a:lstStyle>
          <a:p>
            <a:r>
              <a:rPr lang="en-US"/>
              <a:t>HP Private, Confidential for Internal Use Only</a:t>
            </a:r>
          </a:p>
        </p:txBody>
      </p:sp>
    </p:spTree>
    <p:extLst>
      <p:ext uri="{BB962C8B-B14F-4D97-AF65-F5344CB8AC3E}">
        <p14:creationId xmlns:p14="http://schemas.microsoft.com/office/powerpoint/2010/main" val="33145054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mp; Three Columns">
    <p:bg>
      <p:bgPr>
        <a:solidFill>
          <a:schemeClr val="bg1"/>
        </a:solidFill>
        <a:effectLst/>
      </p:bgPr>
    </p:bg>
    <p:spTree>
      <p:nvGrpSpPr>
        <p:cNvPr id="1" name=""/>
        <p:cNvGrpSpPr/>
        <p:nvPr/>
      </p:nvGrpSpPr>
      <p:grpSpPr>
        <a:xfrm>
          <a:off x="0" y="0"/>
          <a:ext cx="0" cy="0"/>
          <a:chOff x="0" y="0"/>
          <a:chExt cx="0" cy="0"/>
        </a:xfrm>
      </p:grpSpPr>
      <p:sp>
        <p:nvSpPr>
          <p:cNvPr id="15" name="Text Placeholder 3">
            <a:extLst>
              <a:ext uri="{FF2B5EF4-FFF2-40B4-BE49-F238E27FC236}">
                <a16:creationId xmlns:a16="http://schemas.microsoft.com/office/drawing/2014/main" id="{9C24331E-1638-4459-8142-AE0264663874}"/>
              </a:ext>
            </a:extLst>
          </p:cNvPr>
          <p:cNvSpPr>
            <a:spLocks noGrp="1"/>
          </p:cNvSpPr>
          <p:nvPr>
            <p:ph type="body" sz="quarter" idx="38" hasCustomPrompt="1"/>
          </p:nvPr>
        </p:nvSpPr>
        <p:spPr>
          <a:xfrm>
            <a:off x="312761" y="1755410"/>
            <a:ext cx="3750199" cy="3098028"/>
          </a:xfrm>
        </p:spPr>
        <p:txBody>
          <a:bodyPr>
            <a:spAutoFit/>
          </a:bodyPr>
          <a:lstStyle>
            <a:lvl1pPr marL="0" indent="0">
              <a:buNone/>
              <a:defRPr sz="1800">
                <a:latin typeface="+mn-lt"/>
              </a:defRPr>
            </a:lvl1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a:t>
            </a:r>
          </a:p>
        </p:txBody>
      </p:sp>
      <p:sp>
        <p:nvSpPr>
          <p:cNvPr id="24" name="Rectangle 23">
            <a:extLst>
              <a:ext uri="{FF2B5EF4-FFF2-40B4-BE49-F238E27FC236}">
                <a16:creationId xmlns:a16="http://schemas.microsoft.com/office/drawing/2014/main" id="{5DD02BB2-A349-B449-B34B-9F8A7EDCAE6A}"/>
              </a:ext>
            </a:extLst>
          </p:cNvPr>
          <p:cNvSpPr/>
          <p:nvPr userDrawn="1"/>
        </p:nvSpPr>
        <p:spPr bwMode="ltGray">
          <a:xfrm>
            <a:off x="0" y="0"/>
            <a:ext cx="12192000" cy="12953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a:xfrm>
            <a:off x="298807" y="397384"/>
            <a:ext cx="11612880" cy="600934"/>
          </a:xfrm>
        </p:spPr>
        <p:txBody>
          <a:bodyPr tIns="0" rIns="0" bIns="0">
            <a:spAutoFit/>
          </a:bodyPr>
          <a:lstStyle>
            <a:lvl1pPr>
              <a:defRPr sz="4400">
                <a:latin typeface="+mj-lt"/>
              </a:defRPr>
            </a:lvl1pPr>
          </a:lstStyle>
          <a:p>
            <a:r>
              <a:rPr lang="en-US"/>
              <a:t>Title</a:t>
            </a:r>
          </a:p>
        </p:txBody>
      </p:sp>
      <p:cxnSp>
        <p:nvCxnSpPr>
          <p:cNvPr id="26" name="Straight Connector 25">
            <a:extLst>
              <a:ext uri="{FF2B5EF4-FFF2-40B4-BE49-F238E27FC236}">
                <a16:creationId xmlns:a16="http://schemas.microsoft.com/office/drawing/2014/main" id="{A93DA1AB-09A5-314D-BCCB-6945E5818024}"/>
              </a:ext>
            </a:extLst>
          </p:cNvPr>
          <p:cNvCxnSpPr>
            <a:cxnSpLocks/>
          </p:cNvCxnSpPr>
          <p:nvPr userDrawn="1"/>
        </p:nvCxnSpPr>
        <p:spPr>
          <a:xfrm>
            <a:off x="312761" y="1676400"/>
            <a:ext cx="375818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0F1F258-3B13-754D-AC48-D4E7BD8DB305}"/>
              </a:ext>
            </a:extLst>
          </p:cNvPr>
          <p:cNvCxnSpPr>
            <a:cxnSpLocks/>
          </p:cNvCxnSpPr>
          <p:nvPr userDrawn="1"/>
        </p:nvCxnSpPr>
        <p:spPr>
          <a:xfrm>
            <a:off x="4234720" y="1676400"/>
            <a:ext cx="375573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2124D61-157D-5A41-AC8A-71BDF25C5052}"/>
              </a:ext>
            </a:extLst>
          </p:cNvPr>
          <p:cNvCxnSpPr>
            <a:cxnSpLocks/>
          </p:cNvCxnSpPr>
          <p:nvPr userDrawn="1"/>
        </p:nvCxnSpPr>
        <p:spPr>
          <a:xfrm>
            <a:off x="8170632" y="1676400"/>
            <a:ext cx="3752616"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 Placeholder 3">
            <a:extLst>
              <a:ext uri="{FF2B5EF4-FFF2-40B4-BE49-F238E27FC236}">
                <a16:creationId xmlns:a16="http://schemas.microsoft.com/office/drawing/2014/main" id="{0C60BDC8-1BA3-49C3-B443-05C9279F27DA}"/>
              </a:ext>
            </a:extLst>
          </p:cNvPr>
          <p:cNvSpPr>
            <a:spLocks noGrp="1"/>
          </p:cNvSpPr>
          <p:nvPr>
            <p:ph type="body" sz="quarter" idx="41" hasCustomPrompt="1"/>
          </p:nvPr>
        </p:nvSpPr>
        <p:spPr>
          <a:xfrm>
            <a:off x="4234720" y="1755648"/>
            <a:ext cx="3750199" cy="3098028"/>
          </a:xfrm>
        </p:spPr>
        <p:txBody>
          <a:bodyPr>
            <a:spAutoFit/>
          </a:bodyPr>
          <a:lstStyle>
            <a:lvl1pPr marL="0" indent="0">
              <a:buNone/>
              <a:defRPr sz="1800">
                <a:latin typeface="+mn-lt"/>
              </a:defRPr>
            </a:lvl1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a:t>
            </a:r>
          </a:p>
        </p:txBody>
      </p:sp>
      <p:sp>
        <p:nvSpPr>
          <p:cNvPr id="22" name="Text Placeholder 3">
            <a:extLst>
              <a:ext uri="{FF2B5EF4-FFF2-40B4-BE49-F238E27FC236}">
                <a16:creationId xmlns:a16="http://schemas.microsoft.com/office/drawing/2014/main" id="{BFDE5049-BDDE-4EAA-8277-983CD14E1184}"/>
              </a:ext>
            </a:extLst>
          </p:cNvPr>
          <p:cNvSpPr>
            <a:spLocks noGrp="1"/>
          </p:cNvSpPr>
          <p:nvPr>
            <p:ph type="body" sz="quarter" idx="42" hasCustomPrompt="1"/>
          </p:nvPr>
        </p:nvSpPr>
        <p:spPr>
          <a:xfrm>
            <a:off x="8170632" y="1755648"/>
            <a:ext cx="3750199" cy="3098028"/>
          </a:xfrm>
        </p:spPr>
        <p:txBody>
          <a:bodyPr>
            <a:spAutoFit/>
          </a:bodyPr>
          <a:lstStyle>
            <a:lvl1pPr marL="0" indent="0">
              <a:buNone/>
              <a:defRPr sz="1800">
                <a:latin typeface="+mn-lt"/>
              </a:defRPr>
            </a:lvl1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a:t>
            </a:r>
          </a:p>
        </p:txBody>
      </p:sp>
      <p:sp>
        <p:nvSpPr>
          <p:cNvPr id="14" name="Slide Number Placeholder 6">
            <a:extLst>
              <a:ext uri="{FF2B5EF4-FFF2-40B4-BE49-F238E27FC236}">
                <a16:creationId xmlns:a16="http://schemas.microsoft.com/office/drawing/2014/main" id="{CDF2CF8B-BB79-49A9-9E24-8E7210963283}"/>
              </a:ext>
            </a:extLst>
          </p:cNvPr>
          <p:cNvSpPr>
            <a:spLocks noGrp="1"/>
          </p:cNvSpPr>
          <p:nvPr>
            <p:ph type="sldNum" sz="quarter" idx="12"/>
          </p:nvPr>
        </p:nvSpPr>
        <p:spPr>
          <a:xfrm>
            <a:off x="298450" y="6457053"/>
            <a:ext cx="252409" cy="153888"/>
          </a:xfrm>
          <a:prstGeom prst="rect">
            <a:avLst/>
          </a:prstGeom>
        </p:spPr>
        <p:txBody>
          <a:bodyPr lIns="0" tIns="0" rIns="0" bIns="0" anchor="ctr" anchorCtr="0">
            <a:spAutoFit/>
          </a:bodyPr>
          <a:lstStyle>
            <a:lvl1pPr>
              <a:defRPr sz="1000">
                <a:latin typeface="+mn-lt"/>
              </a:defRPr>
            </a:lvl1pPr>
          </a:lstStyle>
          <a:p>
            <a:pPr algn="l"/>
            <a:fld id="{7EAD36D4-32FF-544B-9EC2-1F035E0F636E}" type="slidenum">
              <a:rPr lang="en-US" smtClean="0">
                <a:solidFill>
                  <a:schemeClr val="tx1"/>
                </a:solidFill>
              </a:rPr>
              <a:pPr algn="l"/>
              <a:t>‹#›</a:t>
            </a:fld>
            <a:endParaRPr lang="en-US">
              <a:solidFill>
                <a:schemeClr val="tx1"/>
              </a:solidFill>
            </a:endParaRPr>
          </a:p>
        </p:txBody>
      </p:sp>
      <p:sp>
        <p:nvSpPr>
          <p:cNvPr id="11" name="logo">
            <a:extLst>
              <a:ext uri="{FF2B5EF4-FFF2-40B4-BE49-F238E27FC236}">
                <a16:creationId xmlns:a16="http://schemas.microsoft.com/office/drawing/2014/main" id="{B3778372-DDD9-439B-BDEE-A5B210BE7BE3}"/>
              </a:ext>
            </a:extLst>
          </p:cNvPr>
          <p:cNvSpPr>
            <a:spLocks noChangeAspect="1" noEditPoints="1"/>
          </p:cNvSpPr>
          <p:nvPr userDrawn="1"/>
        </p:nvSpPr>
        <p:spPr bwMode="gray">
          <a:xfrm>
            <a:off x="11596548" y="6290052"/>
            <a:ext cx="315140" cy="315140"/>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2" name="Footer Placeholder 4">
            <a:extLst>
              <a:ext uri="{FF2B5EF4-FFF2-40B4-BE49-F238E27FC236}">
                <a16:creationId xmlns:a16="http://schemas.microsoft.com/office/drawing/2014/main" id="{15454CF4-B96C-43A8-9721-1379D59B6244}"/>
              </a:ext>
            </a:extLst>
          </p:cNvPr>
          <p:cNvSpPr>
            <a:spLocks noGrp="1"/>
          </p:cNvSpPr>
          <p:nvPr>
            <p:ph type="ftr" sz="quarter" idx="3"/>
          </p:nvPr>
        </p:nvSpPr>
        <p:spPr>
          <a:xfrm>
            <a:off x="621388" y="6462461"/>
            <a:ext cx="2489464" cy="153888"/>
          </a:xfrm>
          <a:prstGeom prst="rect">
            <a:avLst/>
          </a:prstGeom>
        </p:spPr>
        <p:txBody>
          <a:bodyPr vert="horz" lIns="0" tIns="0" rIns="0" bIns="0" rtlCol="0" anchor="b" anchorCtr="0"/>
          <a:lstStyle>
            <a:lvl1pPr algn="l">
              <a:defRPr sz="1000">
                <a:solidFill>
                  <a:schemeClr val="tx1"/>
                </a:solidFill>
              </a:defRPr>
            </a:lvl1pPr>
          </a:lstStyle>
          <a:p>
            <a:r>
              <a:rPr lang="en-US"/>
              <a:t>HP Private, Confidential for Internal Use Only</a:t>
            </a:r>
          </a:p>
        </p:txBody>
      </p:sp>
    </p:spTree>
    <p:extLst>
      <p:ext uri="{BB962C8B-B14F-4D97-AF65-F5344CB8AC3E}">
        <p14:creationId xmlns:p14="http://schemas.microsoft.com/office/powerpoint/2010/main" val="23774583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amp; Photo">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5E35961-4D94-4F4E-85B5-F31424B75A1F}"/>
              </a:ext>
            </a:extLst>
          </p:cNvPr>
          <p:cNvSpPr>
            <a:spLocks noGrp="1"/>
          </p:cNvSpPr>
          <p:nvPr>
            <p:ph type="body" sz="quarter" idx="39" hasCustomPrompt="1"/>
          </p:nvPr>
        </p:nvSpPr>
        <p:spPr>
          <a:xfrm>
            <a:off x="307975" y="1604963"/>
            <a:ext cx="5434013" cy="4338637"/>
          </a:xfrm>
        </p:spPr>
        <p:txBody>
          <a:body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a:t>
            </a:r>
            <a:r>
              <a:rPr lang="en-US" err="1"/>
              <a:t>Pellentesque</a:t>
            </a:r>
            <a:r>
              <a:rPr lang="en-US"/>
              <a:t> </a:t>
            </a:r>
            <a:r>
              <a:rPr lang="en-US" err="1"/>
              <a:t>lacus</a:t>
            </a:r>
            <a:r>
              <a:rPr lang="en-US"/>
              <a:t> </a:t>
            </a:r>
            <a:r>
              <a:rPr lang="en-US" err="1"/>
              <a:t>arcu</a:t>
            </a:r>
            <a:r>
              <a:rPr lang="en-US"/>
              <a:t>, </a:t>
            </a:r>
            <a:r>
              <a:rPr lang="en-US" err="1"/>
              <a:t>varius</a:t>
            </a:r>
            <a:r>
              <a:rPr lang="en-US"/>
              <a:t> </a:t>
            </a:r>
            <a:r>
              <a:rPr lang="en-US" err="1"/>
              <a:t>nec</a:t>
            </a:r>
            <a:r>
              <a:rPr lang="en-US"/>
              <a:t> </a:t>
            </a:r>
            <a:r>
              <a:rPr lang="en-US" err="1"/>
              <a:t>urna</a:t>
            </a:r>
            <a:r>
              <a:rPr lang="en-US"/>
              <a:t> sed, </a:t>
            </a:r>
            <a:r>
              <a:rPr lang="en-US" err="1"/>
              <a:t>malesuada</a:t>
            </a:r>
            <a:r>
              <a:rPr lang="en-US"/>
              <a:t> </a:t>
            </a:r>
            <a:r>
              <a:rPr lang="en-US" err="1"/>
              <a:t>lobortis</a:t>
            </a:r>
            <a:r>
              <a:rPr lang="en-US"/>
              <a:t> </a:t>
            </a:r>
            <a:r>
              <a:rPr lang="en-US" err="1"/>
              <a:t>augue</a:t>
            </a:r>
            <a:r>
              <a:rPr lang="en-US"/>
              <a:t>. </a:t>
            </a:r>
            <a:r>
              <a:rPr lang="en-US" err="1"/>
              <a:t>Curabitur</a:t>
            </a:r>
            <a:r>
              <a:rPr lang="en-US"/>
              <a:t> a diam ac diam </a:t>
            </a:r>
            <a:r>
              <a:rPr lang="en-US" err="1"/>
              <a:t>rhoncus</a:t>
            </a:r>
            <a:r>
              <a:rPr lang="en-US"/>
              <a:t> </a:t>
            </a:r>
            <a:r>
              <a:rPr lang="en-US" err="1"/>
              <a:t>molestie</a:t>
            </a:r>
            <a:r>
              <a:rPr lang="en-US"/>
              <a:t> porta vel diam. Nam in </a:t>
            </a:r>
            <a:r>
              <a:rPr lang="en-US" err="1"/>
              <a:t>commodo</a:t>
            </a:r>
            <a:r>
              <a:rPr lang="en-US"/>
              <a:t> </a:t>
            </a:r>
            <a:r>
              <a:rPr lang="en-US" err="1"/>
              <a:t>massa</a:t>
            </a:r>
            <a:r>
              <a:rPr lang="en-US"/>
              <a:t>.</a:t>
            </a:r>
          </a:p>
          <a:p>
            <a:pPr lvl="0"/>
            <a:r>
              <a:rPr lang="en-US" err="1"/>
              <a:t>Quisque</a:t>
            </a:r>
            <a:r>
              <a:rPr lang="en-US"/>
              <a:t> </a:t>
            </a:r>
            <a:r>
              <a:rPr lang="en-US" err="1"/>
              <a:t>pretium</a:t>
            </a:r>
            <a:r>
              <a:rPr lang="en-US"/>
              <a:t> </a:t>
            </a:r>
            <a:r>
              <a:rPr lang="en-US" err="1"/>
              <a:t>venenatis</a:t>
            </a:r>
            <a:r>
              <a:rPr lang="en-US"/>
              <a:t> </a:t>
            </a:r>
            <a:r>
              <a:rPr lang="en-US" err="1"/>
              <a:t>erat</a:t>
            </a:r>
            <a:r>
              <a:rPr lang="en-US"/>
              <a:t> ac </a:t>
            </a:r>
            <a:r>
              <a:rPr lang="en-US" err="1"/>
              <a:t>mattis</a:t>
            </a:r>
            <a:r>
              <a:rPr lang="en-US"/>
              <a:t>. In auctor </a:t>
            </a:r>
            <a:r>
              <a:rPr lang="en-US" err="1"/>
              <a:t>enim</a:t>
            </a:r>
            <a:r>
              <a:rPr lang="en-US"/>
              <a:t> vel ante </a:t>
            </a:r>
            <a:r>
              <a:rPr lang="en-US" err="1"/>
              <a:t>pretium</a:t>
            </a:r>
            <a:r>
              <a:rPr lang="en-US"/>
              <a:t>, vel </a:t>
            </a:r>
            <a:r>
              <a:rPr lang="en-US" err="1"/>
              <a:t>laoreet</a:t>
            </a:r>
            <a:r>
              <a:rPr lang="en-US"/>
              <a:t> lorem </a:t>
            </a:r>
            <a:r>
              <a:rPr lang="en-US" err="1"/>
              <a:t>aliquet</a:t>
            </a:r>
            <a:r>
              <a:rPr lang="en-US"/>
              <a:t>. </a:t>
            </a:r>
            <a:r>
              <a:rPr lang="en-US" err="1"/>
              <a:t>Fusce</a:t>
            </a:r>
            <a:r>
              <a:rPr lang="en-US"/>
              <a:t> at </a:t>
            </a:r>
            <a:r>
              <a:rPr lang="en-US" err="1"/>
              <a:t>mauris</a:t>
            </a:r>
            <a:r>
              <a:rPr lang="en-US"/>
              <a:t> </a:t>
            </a:r>
            <a:r>
              <a:rPr lang="en-US" err="1"/>
              <a:t>elementum</a:t>
            </a:r>
            <a:r>
              <a:rPr lang="en-US"/>
              <a:t>, dictum </a:t>
            </a:r>
            <a:r>
              <a:rPr lang="en-US" err="1"/>
              <a:t>nunc</a:t>
            </a:r>
            <a:r>
              <a:rPr lang="en-US"/>
              <a:t> </a:t>
            </a:r>
            <a:r>
              <a:rPr lang="en-US" err="1"/>
              <a:t>eget</a:t>
            </a:r>
            <a:r>
              <a:rPr lang="en-US"/>
              <a:t>, </a:t>
            </a:r>
            <a:r>
              <a:rPr lang="en-US" err="1"/>
              <a:t>fringilla</a:t>
            </a:r>
            <a:r>
              <a:rPr lang="en-US"/>
              <a:t> ex. </a:t>
            </a:r>
            <a:r>
              <a:rPr lang="en-US" err="1"/>
              <a:t>Fusce</a:t>
            </a:r>
            <a:r>
              <a:rPr lang="en-US"/>
              <a:t> </a:t>
            </a:r>
            <a:r>
              <a:rPr lang="en-US" err="1"/>
              <a:t>arcu</a:t>
            </a:r>
            <a:r>
              <a:rPr lang="en-US"/>
              <a:t> </a:t>
            </a:r>
            <a:r>
              <a:rPr lang="en-US" err="1"/>
              <a:t>felis</a:t>
            </a:r>
            <a:r>
              <a:rPr lang="en-US"/>
              <a:t>, </a:t>
            </a:r>
            <a:r>
              <a:rPr lang="en-US" err="1"/>
              <a:t>vehicula</a:t>
            </a:r>
            <a:r>
              <a:rPr lang="en-US"/>
              <a:t> </a:t>
            </a:r>
            <a:r>
              <a:rPr lang="en-US" err="1"/>
              <a:t>quis</a:t>
            </a:r>
            <a:r>
              <a:rPr lang="en-US"/>
              <a:t> </a:t>
            </a:r>
            <a:r>
              <a:rPr lang="en-US" err="1"/>
              <a:t>feugiat</a:t>
            </a:r>
            <a:r>
              <a:rPr lang="en-US"/>
              <a:t> sed, </a:t>
            </a:r>
            <a:r>
              <a:rPr lang="en-US" err="1"/>
              <a:t>aliquet</a:t>
            </a:r>
            <a:r>
              <a:rPr lang="en-US"/>
              <a:t> </a:t>
            </a:r>
            <a:r>
              <a:rPr lang="en-US" err="1"/>
              <a:t>quis</a:t>
            </a:r>
            <a:r>
              <a:rPr lang="en-US"/>
              <a:t> eros.</a:t>
            </a:r>
          </a:p>
        </p:txBody>
      </p:sp>
      <p:sp>
        <p:nvSpPr>
          <p:cNvPr id="4" name="Picture Placeholder 3">
            <a:extLst>
              <a:ext uri="{FF2B5EF4-FFF2-40B4-BE49-F238E27FC236}">
                <a16:creationId xmlns:a16="http://schemas.microsoft.com/office/drawing/2014/main" id="{AEAFFD7F-E406-40CD-9AA2-3818827A8FC4}"/>
              </a:ext>
            </a:extLst>
          </p:cNvPr>
          <p:cNvSpPr>
            <a:spLocks noGrp="1"/>
          </p:cNvSpPr>
          <p:nvPr>
            <p:ph type="pic" sz="quarter" idx="38" hasCustomPrompt="1"/>
          </p:nvPr>
        </p:nvSpPr>
        <p:spPr>
          <a:xfrm>
            <a:off x="6096000" y="1609725"/>
            <a:ext cx="5715000" cy="3798888"/>
          </a:xfrm>
          <a:solidFill>
            <a:schemeClr val="bg1">
              <a:lumMod val="75000"/>
            </a:schemeClr>
          </a:solidFill>
        </p:spPr>
        <p:txBody>
          <a:bodyPr tIns="0" rIns="0" bIns="914400" anchor="ctr" anchorCtr="0"/>
          <a:lstStyle>
            <a:lvl1pPr marL="0" indent="0" algn="ctr">
              <a:buNone/>
              <a:defRPr sz="1600">
                <a:solidFill>
                  <a:schemeClr val="bg1"/>
                </a:solidFill>
              </a:defRPr>
            </a:lvl1pPr>
          </a:lstStyle>
          <a:p>
            <a:r>
              <a:rPr lang="en-US"/>
              <a:t>Click icon to add photo</a:t>
            </a:r>
          </a:p>
        </p:txBody>
      </p:sp>
      <p:sp>
        <p:nvSpPr>
          <p:cNvPr id="8" name="Rectangle 7">
            <a:extLst>
              <a:ext uri="{FF2B5EF4-FFF2-40B4-BE49-F238E27FC236}">
                <a16:creationId xmlns:a16="http://schemas.microsoft.com/office/drawing/2014/main" id="{B21A85F4-FED3-424A-A059-8B91AF23D35D}"/>
              </a:ext>
            </a:extLst>
          </p:cNvPr>
          <p:cNvSpPr/>
          <p:nvPr userDrawn="1"/>
        </p:nvSpPr>
        <p:spPr bwMode="ltGray">
          <a:xfrm>
            <a:off x="0" y="0"/>
            <a:ext cx="12192000" cy="12953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8" y="397384"/>
            <a:ext cx="11612880" cy="600934"/>
          </a:xfrm>
        </p:spPr>
        <p:txBody>
          <a:bodyPr tIns="0" rIns="0" bIns="0">
            <a:spAutoFit/>
          </a:bodyPr>
          <a:lstStyle>
            <a:lvl1pPr>
              <a:defRPr sz="4400">
                <a:solidFill>
                  <a:schemeClr val="tx1"/>
                </a:solidFill>
                <a:latin typeface="+mj-lt"/>
              </a:defRPr>
            </a:lvl1pPr>
          </a:lstStyle>
          <a:p>
            <a:r>
              <a:rPr lang="en-US"/>
              <a:t>Title</a:t>
            </a:r>
          </a:p>
        </p:txBody>
      </p:sp>
      <p:sp>
        <p:nvSpPr>
          <p:cNvPr id="11" name="Slide Number Placeholder 6">
            <a:extLst>
              <a:ext uri="{FF2B5EF4-FFF2-40B4-BE49-F238E27FC236}">
                <a16:creationId xmlns:a16="http://schemas.microsoft.com/office/drawing/2014/main" id="{D0EB6A83-82B4-4821-9E6D-CFC9C50B2953}"/>
              </a:ext>
            </a:extLst>
          </p:cNvPr>
          <p:cNvSpPr>
            <a:spLocks noGrp="1"/>
          </p:cNvSpPr>
          <p:nvPr>
            <p:ph type="sldNum" sz="quarter" idx="12"/>
          </p:nvPr>
        </p:nvSpPr>
        <p:spPr>
          <a:xfrm>
            <a:off x="298450" y="6457053"/>
            <a:ext cx="252409" cy="153888"/>
          </a:xfrm>
          <a:prstGeom prst="rect">
            <a:avLst/>
          </a:prstGeom>
        </p:spPr>
        <p:txBody>
          <a:bodyPr lIns="0" tIns="0" rIns="0" bIns="0" anchor="ctr" anchorCtr="0">
            <a:spAutoFit/>
          </a:bodyPr>
          <a:lstStyle>
            <a:lvl1pPr>
              <a:defRPr sz="1000">
                <a:latin typeface="+mn-lt"/>
              </a:defRPr>
            </a:lvl1pPr>
          </a:lstStyle>
          <a:p>
            <a:pPr algn="l"/>
            <a:fld id="{7EAD36D4-32FF-544B-9EC2-1F035E0F636E}" type="slidenum">
              <a:rPr lang="en-US" smtClean="0">
                <a:solidFill>
                  <a:schemeClr val="tx1"/>
                </a:solidFill>
              </a:rPr>
              <a:pPr algn="l"/>
              <a:t>‹#›</a:t>
            </a:fld>
            <a:endParaRPr lang="en-US">
              <a:solidFill>
                <a:schemeClr val="tx1"/>
              </a:solidFill>
            </a:endParaRPr>
          </a:p>
        </p:txBody>
      </p:sp>
      <p:sp>
        <p:nvSpPr>
          <p:cNvPr id="9" name="logo">
            <a:extLst>
              <a:ext uri="{FF2B5EF4-FFF2-40B4-BE49-F238E27FC236}">
                <a16:creationId xmlns:a16="http://schemas.microsoft.com/office/drawing/2014/main" id="{B9ED8586-3578-40EA-A842-9BA9439928D5}"/>
              </a:ext>
            </a:extLst>
          </p:cNvPr>
          <p:cNvSpPr>
            <a:spLocks noChangeAspect="1" noEditPoints="1"/>
          </p:cNvSpPr>
          <p:nvPr userDrawn="1"/>
        </p:nvSpPr>
        <p:spPr bwMode="gray">
          <a:xfrm>
            <a:off x="11596548" y="6290052"/>
            <a:ext cx="315140" cy="315140"/>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Footer Placeholder 4">
            <a:extLst>
              <a:ext uri="{FF2B5EF4-FFF2-40B4-BE49-F238E27FC236}">
                <a16:creationId xmlns:a16="http://schemas.microsoft.com/office/drawing/2014/main" id="{A5686282-38A5-4479-9D5F-38F2620893B1}"/>
              </a:ext>
            </a:extLst>
          </p:cNvPr>
          <p:cNvSpPr>
            <a:spLocks noGrp="1"/>
          </p:cNvSpPr>
          <p:nvPr>
            <p:ph type="ftr" sz="quarter" idx="3"/>
          </p:nvPr>
        </p:nvSpPr>
        <p:spPr>
          <a:xfrm>
            <a:off x="621388" y="6462461"/>
            <a:ext cx="2489464" cy="153888"/>
          </a:xfrm>
          <a:prstGeom prst="rect">
            <a:avLst/>
          </a:prstGeom>
        </p:spPr>
        <p:txBody>
          <a:bodyPr vert="horz" lIns="0" tIns="0" rIns="0" bIns="0" rtlCol="0" anchor="b" anchorCtr="0"/>
          <a:lstStyle>
            <a:lvl1pPr algn="l">
              <a:defRPr sz="1000">
                <a:solidFill>
                  <a:schemeClr val="tx1"/>
                </a:solidFill>
              </a:defRPr>
            </a:lvl1pPr>
          </a:lstStyle>
          <a:p>
            <a:r>
              <a:rPr lang="en-US"/>
              <a:t>HP Private, Confidential for Internal Use Only</a:t>
            </a:r>
          </a:p>
        </p:txBody>
      </p:sp>
    </p:spTree>
    <p:extLst>
      <p:ext uri="{BB962C8B-B14F-4D97-AF65-F5344CB8AC3E}">
        <p14:creationId xmlns:p14="http://schemas.microsoft.com/office/powerpoint/2010/main" val="32971919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amp; Large Photo">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53FAA35-481F-464E-B989-E4AFA8321B57}"/>
              </a:ext>
            </a:extLst>
          </p:cNvPr>
          <p:cNvSpPr>
            <a:spLocks noGrp="1"/>
          </p:cNvSpPr>
          <p:nvPr>
            <p:ph type="body" sz="quarter" idx="39"/>
          </p:nvPr>
        </p:nvSpPr>
        <p:spPr>
          <a:xfrm>
            <a:off x="307975" y="1604963"/>
            <a:ext cx="5434013" cy="2924175"/>
          </a:xfrm>
        </p:spPr>
        <p:txBody>
          <a:bodyPr/>
          <a:lstStyle/>
          <a:p>
            <a:pPr lvl="0"/>
            <a:r>
              <a:rPr lang="en-US"/>
              <a:t>Click to edit Master text styles</a:t>
            </a:r>
          </a:p>
          <a:p>
            <a:pPr lvl="1"/>
            <a:r>
              <a:rPr lang="en-US"/>
              <a:t>Second level</a:t>
            </a:r>
          </a:p>
          <a:p>
            <a:pPr lvl="2"/>
            <a:r>
              <a:rPr lang="en-US"/>
              <a:t>Third level</a:t>
            </a:r>
          </a:p>
        </p:txBody>
      </p:sp>
      <p:sp>
        <p:nvSpPr>
          <p:cNvPr id="8" name="Rectangle 7">
            <a:extLst>
              <a:ext uri="{FF2B5EF4-FFF2-40B4-BE49-F238E27FC236}">
                <a16:creationId xmlns:a16="http://schemas.microsoft.com/office/drawing/2014/main" id="{B21A85F4-FED3-424A-A059-8B91AF23D35D}"/>
              </a:ext>
            </a:extLst>
          </p:cNvPr>
          <p:cNvSpPr/>
          <p:nvPr userDrawn="1"/>
        </p:nvSpPr>
        <p:spPr bwMode="ltGray">
          <a:xfrm>
            <a:off x="0" y="0"/>
            <a:ext cx="6096000" cy="12953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32B84C0D-8445-4009-BF2F-55B901AD154A}"/>
              </a:ext>
            </a:extLst>
          </p:cNvPr>
          <p:cNvSpPr>
            <a:spLocks noGrp="1"/>
          </p:cNvSpPr>
          <p:nvPr>
            <p:ph type="pic" sz="quarter" idx="38" hasCustomPrompt="1"/>
          </p:nvPr>
        </p:nvSpPr>
        <p:spPr>
          <a:xfrm>
            <a:off x="6096000" y="-26469"/>
            <a:ext cx="6096000" cy="6884469"/>
          </a:xfrm>
          <a:solidFill>
            <a:schemeClr val="bg1">
              <a:lumMod val="75000"/>
            </a:schemeClr>
          </a:solidFill>
        </p:spPr>
        <p:txBody>
          <a:bodyPr tIns="0" rIns="0" bIns="914400" anchor="ctr" anchorCtr="0"/>
          <a:lstStyle>
            <a:lvl1pPr marL="0" indent="0" algn="ctr">
              <a:buNone/>
              <a:defRPr sz="1600">
                <a:solidFill>
                  <a:schemeClr val="bg1"/>
                </a:solidFill>
              </a:defRPr>
            </a:lvl1pPr>
          </a:lstStyle>
          <a:p>
            <a:r>
              <a:rPr lang="en-US"/>
              <a:t>Click icon to add photo</a:t>
            </a:r>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8" y="397384"/>
            <a:ext cx="5413623" cy="600934"/>
          </a:xfrm>
        </p:spPr>
        <p:txBody>
          <a:bodyPr tIns="0" rIns="0" bIns="0">
            <a:spAutoFit/>
          </a:bodyPr>
          <a:lstStyle>
            <a:lvl1pPr>
              <a:defRPr sz="4400">
                <a:solidFill>
                  <a:schemeClr val="tx1"/>
                </a:solidFill>
                <a:latin typeface="+mj-lt"/>
              </a:defRPr>
            </a:lvl1pPr>
          </a:lstStyle>
          <a:p>
            <a:r>
              <a:rPr lang="en-US"/>
              <a:t>Title</a:t>
            </a:r>
          </a:p>
        </p:txBody>
      </p:sp>
      <p:sp>
        <p:nvSpPr>
          <p:cNvPr id="14" name="Slide Number Placeholder 6">
            <a:extLst>
              <a:ext uri="{FF2B5EF4-FFF2-40B4-BE49-F238E27FC236}">
                <a16:creationId xmlns:a16="http://schemas.microsoft.com/office/drawing/2014/main" id="{5DF90518-C404-4611-8BF8-29822FB22805}"/>
              </a:ext>
            </a:extLst>
          </p:cNvPr>
          <p:cNvSpPr>
            <a:spLocks noGrp="1"/>
          </p:cNvSpPr>
          <p:nvPr>
            <p:ph type="sldNum" sz="quarter" idx="12"/>
          </p:nvPr>
        </p:nvSpPr>
        <p:spPr>
          <a:xfrm>
            <a:off x="298450" y="6457053"/>
            <a:ext cx="252409" cy="153888"/>
          </a:xfrm>
          <a:prstGeom prst="rect">
            <a:avLst/>
          </a:prstGeom>
        </p:spPr>
        <p:txBody>
          <a:bodyPr lIns="0" tIns="0" rIns="0" bIns="0" anchor="ctr" anchorCtr="0">
            <a:spAutoFit/>
          </a:bodyPr>
          <a:lstStyle>
            <a:lvl1pPr>
              <a:defRPr sz="1000">
                <a:latin typeface="+mn-lt"/>
              </a:defRPr>
            </a:lvl1pPr>
          </a:lstStyle>
          <a:p>
            <a:pPr algn="l"/>
            <a:fld id="{7EAD36D4-32FF-544B-9EC2-1F035E0F636E}" type="slidenum">
              <a:rPr lang="en-US" smtClean="0">
                <a:solidFill>
                  <a:schemeClr val="tx1"/>
                </a:solidFill>
              </a:rPr>
              <a:pPr algn="l"/>
              <a:t>‹#›</a:t>
            </a:fld>
            <a:endParaRPr lang="en-US">
              <a:solidFill>
                <a:schemeClr val="tx1"/>
              </a:solidFill>
            </a:endParaRPr>
          </a:p>
        </p:txBody>
      </p:sp>
      <p:sp>
        <p:nvSpPr>
          <p:cNvPr id="11" name="Footer Placeholder 4">
            <a:extLst>
              <a:ext uri="{FF2B5EF4-FFF2-40B4-BE49-F238E27FC236}">
                <a16:creationId xmlns:a16="http://schemas.microsoft.com/office/drawing/2014/main" id="{42B1B90F-0C38-4E7A-9323-140E58C11CCB}"/>
              </a:ext>
            </a:extLst>
          </p:cNvPr>
          <p:cNvSpPr>
            <a:spLocks noGrp="1"/>
          </p:cNvSpPr>
          <p:nvPr>
            <p:ph type="ftr" sz="quarter" idx="3"/>
          </p:nvPr>
        </p:nvSpPr>
        <p:spPr>
          <a:xfrm>
            <a:off x="621388" y="6462461"/>
            <a:ext cx="2489464" cy="153888"/>
          </a:xfrm>
          <a:prstGeom prst="rect">
            <a:avLst/>
          </a:prstGeom>
        </p:spPr>
        <p:txBody>
          <a:bodyPr vert="horz" lIns="0" tIns="0" rIns="0" bIns="0" rtlCol="0" anchor="b" anchorCtr="0"/>
          <a:lstStyle>
            <a:lvl1pPr algn="l">
              <a:defRPr sz="1000">
                <a:solidFill>
                  <a:schemeClr val="tx1"/>
                </a:solidFill>
              </a:defRPr>
            </a:lvl1pPr>
          </a:lstStyle>
          <a:p>
            <a:r>
              <a:rPr lang="en-US"/>
              <a:t>HP Private, Confidential for Internal Use Only</a:t>
            </a:r>
          </a:p>
        </p:txBody>
      </p:sp>
    </p:spTree>
    <p:extLst>
      <p:ext uri="{BB962C8B-B14F-4D97-AF65-F5344CB8AC3E}">
        <p14:creationId xmlns:p14="http://schemas.microsoft.com/office/powerpoint/2010/main" val="37928476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amp; Chart">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A149F19-0236-43EB-832E-E49348CEAB98}"/>
              </a:ext>
            </a:extLst>
          </p:cNvPr>
          <p:cNvSpPr>
            <a:spLocks noGrp="1"/>
          </p:cNvSpPr>
          <p:nvPr>
            <p:ph type="body" sz="quarter" idx="38"/>
          </p:nvPr>
        </p:nvSpPr>
        <p:spPr>
          <a:xfrm>
            <a:off x="298450" y="1604963"/>
            <a:ext cx="5432425" cy="4125912"/>
          </a:xfrm>
        </p:spPr>
        <p:txBody>
          <a:bodyPr/>
          <a:lstStyle>
            <a:lvl3pPr>
              <a:defRPr/>
            </a:lvl3pPr>
          </a:lstStyle>
          <a:p>
            <a:pPr lvl="0"/>
            <a:r>
              <a:rPr lang="en-US"/>
              <a:t>Click to edit Master text styles</a:t>
            </a:r>
          </a:p>
          <a:p>
            <a:pPr lvl="1"/>
            <a:r>
              <a:rPr lang="en-US"/>
              <a:t>Second level</a:t>
            </a:r>
          </a:p>
          <a:p>
            <a:pPr lvl="2"/>
            <a:r>
              <a:rPr lang="en-US"/>
              <a:t>Third level</a:t>
            </a:r>
          </a:p>
        </p:txBody>
      </p:sp>
      <p:sp>
        <p:nvSpPr>
          <p:cNvPr id="11" name="Rectangle 10">
            <a:extLst>
              <a:ext uri="{FF2B5EF4-FFF2-40B4-BE49-F238E27FC236}">
                <a16:creationId xmlns:a16="http://schemas.microsoft.com/office/drawing/2014/main" id="{07804B36-E44E-4A42-B169-282EAD312F17}"/>
              </a:ext>
            </a:extLst>
          </p:cNvPr>
          <p:cNvSpPr/>
          <p:nvPr userDrawn="1"/>
        </p:nvSpPr>
        <p:spPr bwMode="gray">
          <a:xfrm>
            <a:off x="6096000" y="0"/>
            <a:ext cx="6096000" cy="68580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8" name="Rectangle 7">
            <a:extLst>
              <a:ext uri="{FF2B5EF4-FFF2-40B4-BE49-F238E27FC236}">
                <a16:creationId xmlns:a16="http://schemas.microsoft.com/office/drawing/2014/main" id="{B21A85F4-FED3-424A-A059-8B91AF23D35D}"/>
              </a:ext>
            </a:extLst>
          </p:cNvPr>
          <p:cNvSpPr/>
          <p:nvPr userDrawn="1"/>
        </p:nvSpPr>
        <p:spPr bwMode="ltGray">
          <a:xfrm>
            <a:off x="0" y="0"/>
            <a:ext cx="6096000" cy="12953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8" y="397384"/>
            <a:ext cx="5413623" cy="600934"/>
          </a:xfrm>
        </p:spPr>
        <p:txBody>
          <a:bodyPr tIns="0" rIns="0" bIns="0">
            <a:spAutoFit/>
          </a:bodyPr>
          <a:lstStyle>
            <a:lvl1pPr>
              <a:defRPr sz="4400">
                <a:solidFill>
                  <a:schemeClr val="tx1"/>
                </a:solidFill>
                <a:latin typeface="+mj-lt"/>
              </a:defRPr>
            </a:lvl1pPr>
          </a:lstStyle>
          <a:p>
            <a:r>
              <a:rPr lang="en-US"/>
              <a:t>Title</a:t>
            </a:r>
          </a:p>
        </p:txBody>
      </p:sp>
      <p:sp>
        <p:nvSpPr>
          <p:cNvPr id="15" name="Slide Number Placeholder 6">
            <a:extLst>
              <a:ext uri="{FF2B5EF4-FFF2-40B4-BE49-F238E27FC236}">
                <a16:creationId xmlns:a16="http://schemas.microsoft.com/office/drawing/2014/main" id="{0DB37193-AF41-48D4-9C15-11EC3155082C}"/>
              </a:ext>
            </a:extLst>
          </p:cNvPr>
          <p:cNvSpPr>
            <a:spLocks noGrp="1"/>
          </p:cNvSpPr>
          <p:nvPr>
            <p:ph type="sldNum" sz="quarter" idx="12"/>
          </p:nvPr>
        </p:nvSpPr>
        <p:spPr>
          <a:xfrm>
            <a:off x="298450" y="6457053"/>
            <a:ext cx="252409" cy="153888"/>
          </a:xfrm>
          <a:prstGeom prst="rect">
            <a:avLst/>
          </a:prstGeom>
        </p:spPr>
        <p:txBody>
          <a:bodyPr lIns="0" tIns="0" rIns="0" bIns="0" anchor="ctr" anchorCtr="0">
            <a:spAutoFit/>
          </a:bodyPr>
          <a:lstStyle>
            <a:lvl1pPr>
              <a:defRPr sz="1000">
                <a:latin typeface="+mn-lt"/>
              </a:defRPr>
            </a:lvl1pPr>
          </a:lstStyle>
          <a:p>
            <a:pPr algn="l"/>
            <a:fld id="{7EAD36D4-32FF-544B-9EC2-1F035E0F636E}" type="slidenum">
              <a:rPr lang="en-US" smtClean="0">
                <a:solidFill>
                  <a:schemeClr val="tx1"/>
                </a:solidFill>
              </a:rPr>
              <a:pPr algn="l"/>
              <a:t>‹#›</a:t>
            </a:fld>
            <a:endParaRPr lang="en-US">
              <a:solidFill>
                <a:schemeClr val="tx1"/>
              </a:solidFill>
            </a:endParaRPr>
          </a:p>
        </p:txBody>
      </p:sp>
      <p:sp>
        <p:nvSpPr>
          <p:cNvPr id="9" name="Footer Placeholder 4">
            <a:extLst>
              <a:ext uri="{FF2B5EF4-FFF2-40B4-BE49-F238E27FC236}">
                <a16:creationId xmlns:a16="http://schemas.microsoft.com/office/drawing/2014/main" id="{5AC80B6D-7129-4623-BDC1-077C58FBA163}"/>
              </a:ext>
            </a:extLst>
          </p:cNvPr>
          <p:cNvSpPr>
            <a:spLocks noGrp="1"/>
          </p:cNvSpPr>
          <p:nvPr>
            <p:ph type="ftr" sz="quarter" idx="3"/>
          </p:nvPr>
        </p:nvSpPr>
        <p:spPr>
          <a:xfrm>
            <a:off x="621388" y="6462461"/>
            <a:ext cx="2489464" cy="153888"/>
          </a:xfrm>
          <a:prstGeom prst="rect">
            <a:avLst/>
          </a:prstGeom>
        </p:spPr>
        <p:txBody>
          <a:bodyPr vert="horz" lIns="0" tIns="0" rIns="0" bIns="0" rtlCol="0" anchor="b" anchorCtr="0"/>
          <a:lstStyle>
            <a:lvl1pPr algn="l">
              <a:defRPr sz="1000">
                <a:solidFill>
                  <a:schemeClr val="tx1"/>
                </a:solidFill>
              </a:defRPr>
            </a:lvl1pPr>
          </a:lstStyle>
          <a:p>
            <a:r>
              <a:rPr lang="en-US"/>
              <a:t>HP Private, Confidential for Internal Use Only</a:t>
            </a:r>
          </a:p>
        </p:txBody>
      </p:sp>
      <p:sp>
        <p:nvSpPr>
          <p:cNvPr id="10" name="logo">
            <a:extLst>
              <a:ext uri="{FF2B5EF4-FFF2-40B4-BE49-F238E27FC236}">
                <a16:creationId xmlns:a16="http://schemas.microsoft.com/office/drawing/2014/main" id="{ECB22FE1-E813-4F56-8A51-20A70596A932}"/>
              </a:ext>
            </a:extLst>
          </p:cNvPr>
          <p:cNvSpPr>
            <a:spLocks noChangeAspect="1" noEditPoints="1"/>
          </p:cNvSpPr>
          <p:nvPr userDrawn="1"/>
        </p:nvSpPr>
        <p:spPr bwMode="gray">
          <a:xfrm>
            <a:off x="11596548" y="6290052"/>
            <a:ext cx="315140" cy="315140"/>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Tree>
    <p:extLst>
      <p:ext uri="{BB962C8B-B14F-4D97-AF65-F5344CB8AC3E}">
        <p14:creationId xmlns:p14="http://schemas.microsoft.com/office/powerpoint/2010/main" val="6130902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hoto &amp; Caption">
    <p:bg>
      <p:bgPr>
        <a:solidFill>
          <a:srgbClr val="E6E6E6"/>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8FC0354-FF3E-4D42-A5FC-BC26485E9DBC}"/>
              </a:ext>
            </a:extLst>
          </p:cNvPr>
          <p:cNvSpPr>
            <a:spLocks noGrp="1"/>
          </p:cNvSpPr>
          <p:nvPr>
            <p:ph type="pic" sz="quarter" idx="10" hasCustomPrompt="1"/>
          </p:nvPr>
        </p:nvSpPr>
        <p:spPr>
          <a:xfrm>
            <a:off x="0" y="0"/>
            <a:ext cx="12192000" cy="6049926"/>
          </a:xfrm>
          <a:solidFill>
            <a:schemeClr val="bg1">
              <a:lumMod val="75000"/>
            </a:schemeClr>
          </a:solidFill>
        </p:spPr>
        <p:txBody>
          <a:bodyPr tIns="0" rIns="0" bIns="914400" anchor="ctr" anchorCtr="0"/>
          <a:lstStyle>
            <a:lvl1pPr marL="0" indent="0" algn="ctr">
              <a:buNone/>
              <a:defRPr sz="1600">
                <a:solidFill>
                  <a:schemeClr val="bg1"/>
                </a:solidFill>
              </a:defRPr>
            </a:lvl1pPr>
          </a:lstStyle>
          <a:p>
            <a:r>
              <a:rPr lang="en-US"/>
              <a:t>Click icon to add photo</a:t>
            </a:r>
          </a:p>
        </p:txBody>
      </p:sp>
      <p:sp>
        <p:nvSpPr>
          <p:cNvPr id="4" name="Rectangle 3">
            <a:extLst>
              <a:ext uri="{FF2B5EF4-FFF2-40B4-BE49-F238E27FC236}">
                <a16:creationId xmlns:a16="http://schemas.microsoft.com/office/drawing/2014/main" id="{07B19ED5-B37D-994C-BB5E-1532033EF1E0}"/>
              </a:ext>
            </a:extLst>
          </p:cNvPr>
          <p:cNvSpPr/>
          <p:nvPr userDrawn="1"/>
        </p:nvSpPr>
        <p:spPr bwMode="ltGray">
          <a:xfrm>
            <a:off x="0" y="6024879"/>
            <a:ext cx="12192000" cy="83312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 Placeholder 9">
            <a:extLst>
              <a:ext uri="{FF2B5EF4-FFF2-40B4-BE49-F238E27FC236}">
                <a16:creationId xmlns:a16="http://schemas.microsoft.com/office/drawing/2014/main" id="{0C8ADCFF-CCDF-6F4B-BF9D-938BDF5B6046}"/>
              </a:ext>
            </a:extLst>
          </p:cNvPr>
          <p:cNvSpPr>
            <a:spLocks noGrp="1"/>
          </p:cNvSpPr>
          <p:nvPr>
            <p:ph type="body" sz="quarter" idx="15" hasCustomPrompt="1"/>
          </p:nvPr>
        </p:nvSpPr>
        <p:spPr bwMode="black">
          <a:xfrm>
            <a:off x="296825" y="6302968"/>
            <a:ext cx="11066393" cy="348557"/>
          </a:xfrm>
        </p:spPr>
        <p:txBody>
          <a:bodyPr wrap="square">
            <a:spAutoFit/>
          </a:bodyPr>
          <a:lstStyle>
            <a:lvl1pPr marL="0" indent="0">
              <a:buNone/>
              <a:defRPr sz="1800">
                <a:solidFill>
                  <a:schemeClr val="tx1"/>
                </a:solidFill>
                <a:latin typeface="+mn-lt"/>
              </a:defRPr>
            </a:lvl1pPr>
          </a:lstStyle>
          <a:p>
            <a:pPr lvl="0"/>
            <a:r>
              <a:rPr lang="en-US"/>
              <a:t>One line image caption goes here.</a:t>
            </a:r>
          </a:p>
        </p:txBody>
      </p:sp>
      <p:sp>
        <p:nvSpPr>
          <p:cNvPr id="8" name="logo">
            <a:extLst>
              <a:ext uri="{FF2B5EF4-FFF2-40B4-BE49-F238E27FC236}">
                <a16:creationId xmlns:a16="http://schemas.microsoft.com/office/drawing/2014/main" id="{C0EE9412-DD26-4464-8F4C-149927D6F5CF}"/>
              </a:ext>
            </a:extLst>
          </p:cNvPr>
          <p:cNvSpPr>
            <a:spLocks noChangeAspect="1" noEditPoints="1"/>
          </p:cNvSpPr>
          <p:nvPr userDrawn="1"/>
        </p:nvSpPr>
        <p:spPr bwMode="gray">
          <a:xfrm>
            <a:off x="11596548" y="6290052"/>
            <a:ext cx="315140" cy="315140"/>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Tree>
    <p:extLst>
      <p:ext uri="{BB962C8B-B14F-4D97-AF65-F5344CB8AC3E}">
        <p14:creationId xmlns:p14="http://schemas.microsoft.com/office/powerpoint/2010/main" val="27099950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2 Photos &amp; Captions">
    <p:bg>
      <p:bgPr>
        <a:solidFill>
          <a:schemeClr val="bg1"/>
        </a:solidFill>
        <a:effectLst/>
      </p:bgPr>
    </p:bg>
    <p:spTree>
      <p:nvGrpSpPr>
        <p:cNvPr id="1" name=""/>
        <p:cNvGrpSpPr/>
        <p:nvPr/>
      </p:nvGrpSpPr>
      <p:grpSpPr>
        <a:xfrm>
          <a:off x="0" y="0"/>
          <a:ext cx="0" cy="0"/>
          <a:chOff x="0" y="0"/>
          <a:chExt cx="0" cy="0"/>
        </a:xfrm>
      </p:grpSpPr>
      <p:sp>
        <p:nvSpPr>
          <p:cNvPr id="16" name="Text Placeholder 2">
            <a:extLst>
              <a:ext uri="{FF2B5EF4-FFF2-40B4-BE49-F238E27FC236}">
                <a16:creationId xmlns:a16="http://schemas.microsoft.com/office/drawing/2014/main" id="{6FD25EFC-437D-4535-985B-6655AF0F175B}"/>
              </a:ext>
            </a:extLst>
          </p:cNvPr>
          <p:cNvSpPr>
            <a:spLocks noGrp="1"/>
          </p:cNvSpPr>
          <p:nvPr>
            <p:ph type="body" idx="31" hasCustomPrompt="1"/>
          </p:nvPr>
        </p:nvSpPr>
        <p:spPr>
          <a:xfrm>
            <a:off x="6316579" y="5476462"/>
            <a:ext cx="5593363" cy="679417"/>
          </a:xfrm>
        </p:spPr>
        <p:txBody>
          <a:bodyPr wrap="square" anchor="t" anchorCtr="0">
            <a:sp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p:txBody>
      </p:sp>
      <p:sp>
        <p:nvSpPr>
          <p:cNvPr id="14" name="Text Placeholder 2">
            <a:extLst>
              <a:ext uri="{FF2B5EF4-FFF2-40B4-BE49-F238E27FC236}">
                <a16:creationId xmlns:a16="http://schemas.microsoft.com/office/drawing/2014/main" id="{762BEE7D-089D-4E6E-B85D-FDE63C7B973C}"/>
              </a:ext>
            </a:extLst>
          </p:cNvPr>
          <p:cNvSpPr>
            <a:spLocks noGrp="1"/>
          </p:cNvSpPr>
          <p:nvPr>
            <p:ph type="body" idx="30" hasCustomPrompt="1"/>
          </p:nvPr>
        </p:nvSpPr>
        <p:spPr>
          <a:xfrm>
            <a:off x="298808" y="5476462"/>
            <a:ext cx="5608698" cy="679417"/>
          </a:xfrm>
        </p:spPr>
        <p:txBody>
          <a:bodyPr wrap="square" anchor="t" anchorCtr="0">
            <a:sp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p:txBody>
      </p:sp>
      <p:sp>
        <p:nvSpPr>
          <p:cNvPr id="24" name="Rectangle 23">
            <a:extLst>
              <a:ext uri="{FF2B5EF4-FFF2-40B4-BE49-F238E27FC236}">
                <a16:creationId xmlns:a16="http://schemas.microsoft.com/office/drawing/2014/main" id="{5DD02BB2-A349-B449-B34B-9F8A7EDCAE6A}"/>
              </a:ext>
            </a:extLst>
          </p:cNvPr>
          <p:cNvSpPr/>
          <p:nvPr userDrawn="1"/>
        </p:nvSpPr>
        <p:spPr bwMode="ltGray">
          <a:xfrm>
            <a:off x="0" y="0"/>
            <a:ext cx="12192000" cy="12953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7" y="397384"/>
            <a:ext cx="11612880" cy="600934"/>
          </a:xfrm>
        </p:spPr>
        <p:txBody>
          <a:bodyPr tIns="0" rIns="0" bIns="0">
            <a:spAutoFit/>
          </a:bodyPr>
          <a:lstStyle>
            <a:lvl1pPr>
              <a:defRPr sz="4400">
                <a:solidFill>
                  <a:schemeClr val="tx1"/>
                </a:solidFill>
                <a:latin typeface="+mj-lt"/>
              </a:defRPr>
            </a:lvl1pPr>
          </a:lstStyle>
          <a:p>
            <a:r>
              <a:rPr lang="en-US"/>
              <a:t>Title</a:t>
            </a:r>
          </a:p>
        </p:txBody>
      </p:sp>
      <p:sp>
        <p:nvSpPr>
          <p:cNvPr id="21" name="Picture Placeholder 9">
            <a:extLst>
              <a:ext uri="{FF2B5EF4-FFF2-40B4-BE49-F238E27FC236}">
                <a16:creationId xmlns:a16="http://schemas.microsoft.com/office/drawing/2014/main" id="{44EB6E7D-CCCD-9544-AE01-4167A157ACC1}"/>
              </a:ext>
            </a:extLst>
          </p:cNvPr>
          <p:cNvSpPr>
            <a:spLocks noGrp="1"/>
          </p:cNvSpPr>
          <p:nvPr>
            <p:ph type="pic" sz="quarter" idx="15" hasCustomPrompt="1"/>
          </p:nvPr>
        </p:nvSpPr>
        <p:spPr>
          <a:xfrm>
            <a:off x="298807" y="1478999"/>
            <a:ext cx="5625230" cy="3873586"/>
          </a:xfrm>
          <a:solidFill>
            <a:schemeClr val="bg1">
              <a:lumMod val="75000"/>
            </a:schemeClr>
          </a:solidFill>
        </p:spPr>
        <p:txBody>
          <a:bodyPr tIns="0" rIns="0" bIns="914400" anchor="ctr" anchorCtr="0">
            <a:normAutofit/>
          </a:bodyPr>
          <a:lstStyle>
            <a:lvl1pPr marL="0" indent="0" algn="ctr">
              <a:buNone/>
              <a:defRPr sz="1600">
                <a:solidFill>
                  <a:schemeClr val="bg1"/>
                </a:solidFill>
                <a:latin typeface="Forma DJR Micro" pitchFamily="2" charset="77"/>
              </a:defRPr>
            </a:lvl1pPr>
          </a:lstStyle>
          <a:p>
            <a:r>
              <a:rPr lang="en-US"/>
              <a:t>Click Icon to add photo</a:t>
            </a:r>
          </a:p>
        </p:txBody>
      </p:sp>
      <p:sp>
        <p:nvSpPr>
          <p:cNvPr id="15" name="Picture Placeholder 9">
            <a:extLst>
              <a:ext uri="{FF2B5EF4-FFF2-40B4-BE49-F238E27FC236}">
                <a16:creationId xmlns:a16="http://schemas.microsoft.com/office/drawing/2014/main" id="{7B6EFC3C-A74E-654F-84ED-662CA4659776}"/>
              </a:ext>
            </a:extLst>
          </p:cNvPr>
          <p:cNvSpPr>
            <a:spLocks noGrp="1"/>
          </p:cNvSpPr>
          <p:nvPr>
            <p:ph type="pic" sz="quarter" idx="16" hasCustomPrompt="1"/>
          </p:nvPr>
        </p:nvSpPr>
        <p:spPr>
          <a:xfrm>
            <a:off x="6295601" y="1478999"/>
            <a:ext cx="5625230" cy="3873586"/>
          </a:xfrm>
          <a:solidFill>
            <a:schemeClr val="bg1">
              <a:lumMod val="75000"/>
            </a:schemeClr>
          </a:solidFill>
        </p:spPr>
        <p:txBody>
          <a:bodyPr tIns="0" rIns="0" bIns="914400" anchor="ctr" anchorCtr="0">
            <a:normAutofit/>
          </a:bodyPr>
          <a:lstStyle>
            <a:lvl1pPr marL="0" indent="0" algn="ctr">
              <a:buNone/>
              <a:defRPr sz="1600">
                <a:solidFill>
                  <a:schemeClr val="bg1"/>
                </a:solidFill>
                <a:latin typeface="Forma DJR Micro" pitchFamily="2" charset="77"/>
              </a:defRPr>
            </a:lvl1pPr>
          </a:lstStyle>
          <a:p>
            <a:r>
              <a:rPr lang="en-US"/>
              <a:t>Click icon to add photo</a:t>
            </a:r>
          </a:p>
        </p:txBody>
      </p:sp>
      <p:sp>
        <p:nvSpPr>
          <p:cNvPr id="10" name="Slide Number Placeholder 6">
            <a:extLst>
              <a:ext uri="{FF2B5EF4-FFF2-40B4-BE49-F238E27FC236}">
                <a16:creationId xmlns:a16="http://schemas.microsoft.com/office/drawing/2014/main" id="{79C63EEA-0812-4AEA-87D6-EC3DD1C6FE81}"/>
              </a:ext>
            </a:extLst>
          </p:cNvPr>
          <p:cNvSpPr>
            <a:spLocks noGrp="1"/>
          </p:cNvSpPr>
          <p:nvPr>
            <p:ph type="sldNum" sz="quarter" idx="12"/>
          </p:nvPr>
        </p:nvSpPr>
        <p:spPr>
          <a:xfrm>
            <a:off x="298450" y="6457053"/>
            <a:ext cx="252409" cy="153888"/>
          </a:xfrm>
          <a:prstGeom prst="rect">
            <a:avLst/>
          </a:prstGeom>
        </p:spPr>
        <p:txBody>
          <a:bodyPr lIns="0" tIns="0" rIns="0" bIns="0" anchor="ctr" anchorCtr="0">
            <a:spAutoFit/>
          </a:bodyPr>
          <a:lstStyle>
            <a:lvl1pPr>
              <a:defRPr sz="1000">
                <a:latin typeface="+mn-lt"/>
              </a:defRPr>
            </a:lvl1pPr>
          </a:lstStyle>
          <a:p>
            <a:pPr algn="l"/>
            <a:fld id="{7EAD36D4-32FF-544B-9EC2-1F035E0F636E}" type="slidenum">
              <a:rPr lang="en-US" smtClean="0">
                <a:solidFill>
                  <a:schemeClr val="tx1"/>
                </a:solidFill>
              </a:rPr>
              <a:pPr algn="l"/>
              <a:t>‹#›</a:t>
            </a:fld>
            <a:endParaRPr lang="en-US">
              <a:solidFill>
                <a:schemeClr val="tx1"/>
              </a:solidFill>
            </a:endParaRPr>
          </a:p>
        </p:txBody>
      </p:sp>
      <p:sp>
        <p:nvSpPr>
          <p:cNvPr id="11" name="Footer Placeholder 4">
            <a:extLst>
              <a:ext uri="{FF2B5EF4-FFF2-40B4-BE49-F238E27FC236}">
                <a16:creationId xmlns:a16="http://schemas.microsoft.com/office/drawing/2014/main" id="{3CF3AA77-4BD9-4984-9B44-7AF21F4CA0D4}"/>
              </a:ext>
            </a:extLst>
          </p:cNvPr>
          <p:cNvSpPr>
            <a:spLocks noGrp="1"/>
          </p:cNvSpPr>
          <p:nvPr>
            <p:ph type="ftr" sz="quarter" idx="3"/>
          </p:nvPr>
        </p:nvSpPr>
        <p:spPr>
          <a:xfrm>
            <a:off x="621388" y="6462461"/>
            <a:ext cx="2489464" cy="153888"/>
          </a:xfrm>
          <a:prstGeom prst="rect">
            <a:avLst/>
          </a:prstGeom>
        </p:spPr>
        <p:txBody>
          <a:bodyPr vert="horz" lIns="0" tIns="0" rIns="0" bIns="0" rtlCol="0" anchor="b" anchorCtr="0"/>
          <a:lstStyle>
            <a:lvl1pPr algn="l">
              <a:defRPr sz="1000">
                <a:solidFill>
                  <a:schemeClr val="tx1"/>
                </a:solidFill>
              </a:defRPr>
            </a:lvl1pPr>
          </a:lstStyle>
          <a:p>
            <a:r>
              <a:rPr lang="en-US"/>
              <a:t>HP Private, Confidential for Internal Use Only</a:t>
            </a:r>
          </a:p>
        </p:txBody>
      </p:sp>
      <p:sp>
        <p:nvSpPr>
          <p:cNvPr id="12" name="logo">
            <a:extLst>
              <a:ext uri="{FF2B5EF4-FFF2-40B4-BE49-F238E27FC236}">
                <a16:creationId xmlns:a16="http://schemas.microsoft.com/office/drawing/2014/main" id="{CE076FA6-9196-478F-8429-A22FBB16E45E}"/>
              </a:ext>
            </a:extLst>
          </p:cNvPr>
          <p:cNvSpPr>
            <a:spLocks noChangeAspect="1" noEditPoints="1"/>
          </p:cNvSpPr>
          <p:nvPr userDrawn="1"/>
        </p:nvSpPr>
        <p:spPr bwMode="gray">
          <a:xfrm>
            <a:off x="11596548" y="6290052"/>
            <a:ext cx="315140" cy="315140"/>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Tree>
    <p:extLst>
      <p:ext uri="{BB962C8B-B14F-4D97-AF65-F5344CB8AC3E}">
        <p14:creationId xmlns:p14="http://schemas.microsoft.com/office/powerpoint/2010/main" val="40921366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3 Photos &amp; Captions">
    <p:bg>
      <p:bgPr>
        <a:solidFill>
          <a:schemeClr val="bg1"/>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95991333-6B6E-417B-90A6-86B22297C995}"/>
              </a:ext>
            </a:extLst>
          </p:cNvPr>
          <p:cNvSpPr>
            <a:spLocks noGrp="1"/>
          </p:cNvSpPr>
          <p:nvPr>
            <p:ph type="body" idx="33" hasCustomPrompt="1"/>
          </p:nvPr>
        </p:nvSpPr>
        <p:spPr>
          <a:xfrm>
            <a:off x="8263231" y="4004850"/>
            <a:ext cx="3684127" cy="1208085"/>
          </a:xfrm>
        </p:spPr>
        <p:txBody>
          <a:bodyPr wrap="square" anchor="t" anchorCtr="0">
            <a:sp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p:txBody>
      </p:sp>
      <p:sp>
        <p:nvSpPr>
          <p:cNvPr id="16" name="Text Placeholder 2">
            <a:extLst>
              <a:ext uri="{FF2B5EF4-FFF2-40B4-BE49-F238E27FC236}">
                <a16:creationId xmlns:a16="http://schemas.microsoft.com/office/drawing/2014/main" id="{F5853A76-96A6-40A1-A067-424C13DB0FA8}"/>
              </a:ext>
            </a:extLst>
          </p:cNvPr>
          <p:cNvSpPr>
            <a:spLocks noGrp="1"/>
          </p:cNvSpPr>
          <p:nvPr>
            <p:ph type="body" idx="32" hasCustomPrompt="1"/>
          </p:nvPr>
        </p:nvSpPr>
        <p:spPr>
          <a:xfrm>
            <a:off x="4217930" y="4004850"/>
            <a:ext cx="3684127" cy="1208085"/>
          </a:xfrm>
        </p:spPr>
        <p:txBody>
          <a:bodyPr wrap="square" anchor="t" anchorCtr="0">
            <a:sp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p:txBody>
      </p:sp>
      <p:sp>
        <p:nvSpPr>
          <p:cNvPr id="15" name="Text Placeholder 2">
            <a:extLst>
              <a:ext uri="{FF2B5EF4-FFF2-40B4-BE49-F238E27FC236}">
                <a16:creationId xmlns:a16="http://schemas.microsoft.com/office/drawing/2014/main" id="{1D7599F5-5925-422A-A71D-C5306C416D61}"/>
              </a:ext>
            </a:extLst>
          </p:cNvPr>
          <p:cNvSpPr>
            <a:spLocks noGrp="1"/>
          </p:cNvSpPr>
          <p:nvPr>
            <p:ph type="body" idx="31" hasCustomPrompt="1"/>
          </p:nvPr>
        </p:nvSpPr>
        <p:spPr>
          <a:xfrm>
            <a:off x="298807" y="4004850"/>
            <a:ext cx="3684127" cy="1208085"/>
          </a:xfrm>
        </p:spPr>
        <p:txBody>
          <a:bodyPr wrap="square" anchor="t" anchorCtr="0">
            <a:sp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p:txBody>
      </p:sp>
      <p:sp>
        <p:nvSpPr>
          <p:cNvPr id="24" name="Rectangle 23">
            <a:extLst>
              <a:ext uri="{FF2B5EF4-FFF2-40B4-BE49-F238E27FC236}">
                <a16:creationId xmlns:a16="http://schemas.microsoft.com/office/drawing/2014/main" id="{5DD02BB2-A349-B449-B34B-9F8A7EDCAE6A}"/>
              </a:ext>
            </a:extLst>
          </p:cNvPr>
          <p:cNvSpPr/>
          <p:nvPr userDrawn="1"/>
        </p:nvSpPr>
        <p:spPr bwMode="ltGray">
          <a:xfrm>
            <a:off x="0" y="0"/>
            <a:ext cx="12192000" cy="12953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7" y="397384"/>
            <a:ext cx="11612880" cy="600934"/>
          </a:xfrm>
        </p:spPr>
        <p:txBody>
          <a:bodyPr tIns="0" rIns="0" bIns="0">
            <a:spAutoFit/>
          </a:bodyPr>
          <a:lstStyle>
            <a:lvl1pPr>
              <a:defRPr sz="4400">
                <a:solidFill>
                  <a:schemeClr val="tx1"/>
                </a:solidFill>
                <a:latin typeface="+mj-lt"/>
              </a:defRPr>
            </a:lvl1pPr>
          </a:lstStyle>
          <a:p>
            <a:r>
              <a:rPr lang="en-US"/>
              <a:t>Title</a:t>
            </a:r>
          </a:p>
        </p:txBody>
      </p:sp>
      <p:sp>
        <p:nvSpPr>
          <p:cNvPr id="17" name="Picture Placeholder 9">
            <a:extLst>
              <a:ext uri="{FF2B5EF4-FFF2-40B4-BE49-F238E27FC236}">
                <a16:creationId xmlns:a16="http://schemas.microsoft.com/office/drawing/2014/main" id="{60C524E3-513B-9F47-8587-4AEAC8C7ADB5}"/>
              </a:ext>
            </a:extLst>
          </p:cNvPr>
          <p:cNvSpPr>
            <a:spLocks noGrp="1"/>
          </p:cNvSpPr>
          <p:nvPr>
            <p:ph type="pic" sz="quarter" idx="15" hasCustomPrompt="1"/>
          </p:nvPr>
        </p:nvSpPr>
        <p:spPr>
          <a:xfrm>
            <a:off x="298807" y="1478999"/>
            <a:ext cx="3657599" cy="2374900"/>
          </a:xfrm>
          <a:solidFill>
            <a:schemeClr val="bg1">
              <a:lumMod val="75000"/>
            </a:schemeClr>
          </a:solidFill>
        </p:spPr>
        <p:txBody>
          <a:bodyPr bIns="914400" anchor="ctr" anchorCtr="0">
            <a:normAutofit/>
          </a:bodyPr>
          <a:lstStyle>
            <a:lvl1pPr marL="0" indent="0" algn="ctr">
              <a:buNone/>
              <a:defRPr sz="1600">
                <a:solidFill>
                  <a:schemeClr val="bg1"/>
                </a:solidFill>
                <a:latin typeface="+mn-lt"/>
              </a:defRPr>
            </a:lvl1pPr>
          </a:lstStyle>
          <a:p>
            <a:r>
              <a:rPr lang="en-US"/>
              <a:t>Click icon to add photo</a:t>
            </a:r>
          </a:p>
        </p:txBody>
      </p:sp>
      <p:sp>
        <p:nvSpPr>
          <p:cNvPr id="25" name="Picture Placeholder 9">
            <a:extLst>
              <a:ext uri="{FF2B5EF4-FFF2-40B4-BE49-F238E27FC236}">
                <a16:creationId xmlns:a16="http://schemas.microsoft.com/office/drawing/2014/main" id="{8265717D-C6EC-C546-B6FF-EAE66444D043}"/>
              </a:ext>
            </a:extLst>
          </p:cNvPr>
          <p:cNvSpPr>
            <a:spLocks noGrp="1"/>
          </p:cNvSpPr>
          <p:nvPr>
            <p:ph type="pic" sz="quarter" idx="19" hasCustomPrompt="1"/>
          </p:nvPr>
        </p:nvSpPr>
        <p:spPr>
          <a:xfrm>
            <a:off x="4217930" y="1478999"/>
            <a:ext cx="3783777" cy="2374900"/>
          </a:xfrm>
          <a:solidFill>
            <a:schemeClr val="bg1">
              <a:lumMod val="75000"/>
            </a:schemeClr>
          </a:solidFill>
        </p:spPr>
        <p:txBody>
          <a:bodyPr bIns="914400" anchor="ctr" anchorCtr="0">
            <a:normAutofit/>
          </a:bodyPr>
          <a:lstStyle>
            <a:lvl1pPr marL="0" indent="0" algn="ctr">
              <a:buNone/>
              <a:defRPr sz="1600">
                <a:solidFill>
                  <a:schemeClr val="bg1"/>
                </a:solidFill>
                <a:latin typeface="+mn-lt"/>
              </a:defRPr>
            </a:lvl1pPr>
          </a:lstStyle>
          <a:p>
            <a:r>
              <a:rPr lang="en-US"/>
              <a:t>Click icon to add photo</a:t>
            </a:r>
          </a:p>
        </p:txBody>
      </p:sp>
      <p:sp>
        <p:nvSpPr>
          <p:cNvPr id="26" name="Picture Placeholder 9">
            <a:extLst>
              <a:ext uri="{FF2B5EF4-FFF2-40B4-BE49-F238E27FC236}">
                <a16:creationId xmlns:a16="http://schemas.microsoft.com/office/drawing/2014/main" id="{65B79BDC-47CE-0543-BDE2-A8CF2E20FD96}"/>
              </a:ext>
            </a:extLst>
          </p:cNvPr>
          <p:cNvSpPr>
            <a:spLocks noGrp="1"/>
          </p:cNvSpPr>
          <p:nvPr>
            <p:ph type="pic" sz="quarter" idx="20" hasCustomPrompt="1"/>
          </p:nvPr>
        </p:nvSpPr>
        <p:spPr>
          <a:xfrm>
            <a:off x="8263231" y="1478999"/>
            <a:ext cx="3657600" cy="2374900"/>
          </a:xfrm>
          <a:solidFill>
            <a:schemeClr val="bg1">
              <a:lumMod val="75000"/>
            </a:schemeClr>
          </a:solidFill>
        </p:spPr>
        <p:txBody>
          <a:bodyPr bIns="914400" anchor="ctr" anchorCtr="0">
            <a:normAutofit/>
          </a:bodyPr>
          <a:lstStyle>
            <a:lvl1pPr marL="0" indent="0" algn="ctr">
              <a:buNone/>
              <a:defRPr sz="1600">
                <a:solidFill>
                  <a:schemeClr val="bg1"/>
                </a:solidFill>
                <a:latin typeface="+mn-lt"/>
              </a:defRPr>
            </a:lvl1pPr>
          </a:lstStyle>
          <a:p>
            <a:r>
              <a:rPr lang="en-US"/>
              <a:t>Click icon to add photo</a:t>
            </a:r>
          </a:p>
        </p:txBody>
      </p:sp>
      <p:sp>
        <p:nvSpPr>
          <p:cNvPr id="14" name="Slide Number Placeholder 6">
            <a:extLst>
              <a:ext uri="{FF2B5EF4-FFF2-40B4-BE49-F238E27FC236}">
                <a16:creationId xmlns:a16="http://schemas.microsoft.com/office/drawing/2014/main" id="{3A7D1F7B-7BD3-400D-822A-BF038851A3AA}"/>
              </a:ext>
            </a:extLst>
          </p:cNvPr>
          <p:cNvSpPr>
            <a:spLocks noGrp="1"/>
          </p:cNvSpPr>
          <p:nvPr>
            <p:ph type="sldNum" sz="quarter" idx="12"/>
          </p:nvPr>
        </p:nvSpPr>
        <p:spPr>
          <a:xfrm>
            <a:off x="298450" y="6457053"/>
            <a:ext cx="252409" cy="153888"/>
          </a:xfrm>
          <a:prstGeom prst="rect">
            <a:avLst/>
          </a:prstGeom>
        </p:spPr>
        <p:txBody>
          <a:bodyPr lIns="0" tIns="0" rIns="0" bIns="0" anchor="ctr" anchorCtr="0">
            <a:spAutoFit/>
          </a:bodyPr>
          <a:lstStyle>
            <a:lvl1pPr>
              <a:defRPr sz="1000">
                <a:latin typeface="+mn-lt"/>
              </a:defRPr>
            </a:lvl1pPr>
          </a:lstStyle>
          <a:p>
            <a:pPr algn="l"/>
            <a:fld id="{7EAD36D4-32FF-544B-9EC2-1F035E0F636E}" type="slidenum">
              <a:rPr lang="en-US" smtClean="0">
                <a:solidFill>
                  <a:schemeClr val="tx1"/>
                </a:solidFill>
              </a:rPr>
              <a:pPr algn="l"/>
              <a:t>‹#›</a:t>
            </a:fld>
            <a:endParaRPr lang="en-US">
              <a:solidFill>
                <a:schemeClr val="tx1"/>
              </a:solidFill>
            </a:endParaRPr>
          </a:p>
        </p:txBody>
      </p:sp>
      <p:sp>
        <p:nvSpPr>
          <p:cNvPr id="11" name="logo">
            <a:extLst>
              <a:ext uri="{FF2B5EF4-FFF2-40B4-BE49-F238E27FC236}">
                <a16:creationId xmlns:a16="http://schemas.microsoft.com/office/drawing/2014/main" id="{5D431739-84F5-4197-82DF-65F6471BCCB4}"/>
              </a:ext>
            </a:extLst>
          </p:cNvPr>
          <p:cNvSpPr>
            <a:spLocks noChangeAspect="1" noEditPoints="1"/>
          </p:cNvSpPr>
          <p:nvPr userDrawn="1"/>
        </p:nvSpPr>
        <p:spPr bwMode="gray">
          <a:xfrm>
            <a:off x="11596548" y="6290052"/>
            <a:ext cx="315140" cy="315140"/>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9" name="Footer Placeholder 4">
            <a:extLst>
              <a:ext uri="{FF2B5EF4-FFF2-40B4-BE49-F238E27FC236}">
                <a16:creationId xmlns:a16="http://schemas.microsoft.com/office/drawing/2014/main" id="{6E9F0CC6-64C9-4854-92A8-4EA9A322B901}"/>
              </a:ext>
            </a:extLst>
          </p:cNvPr>
          <p:cNvSpPr>
            <a:spLocks noGrp="1"/>
          </p:cNvSpPr>
          <p:nvPr>
            <p:ph type="ftr" sz="quarter" idx="3"/>
          </p:nvPr>
        </p:nvSpPr>
        <p:spPr>
          <a:xfrm>
            <a:off x="621388" y="6462461"/>
            <a:ext cx="2489464" cy="153888"/>
          </a:xfrm>
          <a:prstGeom prst="rect">
            <a:avLst/>
          </a:prstGeom>
        </p:spPr>
        <p:txBody>
          <a:bodyPr vert="horz" lIns="0" tIns="0" rIns="0" bIns="0" rtlCol="0" anchor="b" anchorCtr="0"/>
          <a:lstStyle>
            <a:lvl1pPr algn="l">
              <a:defRPr sz="1000">
                <a:solidFill>
                  <a:schemeClr val="tx1"/>
                </a:solidFill>
              </a:defRPr>
            </a:lvl1pPr>
          </a:lstStyle>
          <a:p>
            <a:r>
              <a:rPr lang="en-US"/>
              <a:t>HP Private, Confidential for Internal Use Only</a:t>
            </a:r>
          </a:p>
        </p:txBody>
      </p:sp>
    </p:spTree>
    <p:extLst>
      <p:ext uri="{BB962C8B-B14F-4D97-AF65-F5344CB8AC3E}">
        <p14:creationId xmlns:p14="http://schemas.microsoft.com/office/powerpoint/2010/main" val="3525755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 Photos &amp; Captions">
    <p:bg>
      <p:bgPr>
        <a:solidFill>
          <a:schemeClr val="bg1"/>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95991333-6B6E-417B-90A6-86B22297C995}"/>
              </a:ext>
            </a:extLst>
          </p:cNvPr>
          <p:cNvSpPr>
            <a:spLocks noGrp="1"/>
          </p:cNvSpPr>
          <p:nvPr>
            <p:ph type="body" idx="33" hasCustomPrompt="1"/>
          </p:nvPr>
        </p:nvSpPr>
        <p:spPr>
          <a:xfrm>
            <a:off x="8225591" y="2768763"/>
            <a:ext cx="3689683" cy="485518"/>
          </a:xfrm>
        </p:spPr>
        <p:txBody>
          <a:bodyPr wrap="square" anchor="t" anchorCtr="0">
            <a:sp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If there is smaller text that would go here. Lorem ipsum dolor sit </a:t>
            </a:r>
            <a:r>
              <a:rPr lang="en-US" err="1"/>
              <a:t>amet</a:t>
            </a:r>
            <a:r>
              <a:rPr lang="en-US"/>
              <a:t>, </a:t>
            </a:r>
            <a:r>
              <a:rPr lang="en-US" err="1"/>
              <a:t>consectetur</a:t>
            </a:r>
            <a:endParaRPr lang="en-US"/>
          </a:p>
        </p:txBody>
      </p:sp>
      <p:sp>
        <p:nvSpPr>
          <p:cNvPr id="16" name="Text Placeholder 2">
            <a:extLst>
              <a:ext uri="{FF2B5EF4-FFF2-40B4-BE49-F238E27FC236}">
                <a16:creationId xmlns:a16="http://schemas.microsoft.com/office/drawing/2014/main" id="{F5853A76-96A6-40A1-A067-424C13DB0FA8}"/>
              </a:ext>
            </a:extLst>
          </p:cNvPr>
          <p:cNvSpPr>
            <a:spLocks noGrp="1"/>
          </p:cNvSpPr>
          <p:nvPr>
            <p:ph type="body" idx="32" hasCustomPrompt="1"/>
          </p:nvPr>
        </p:nvSpPr>
        <p:spPr>
          <a:xfrm>
            <a:off x="4216143" y="2768763"/>
            <a:ext cx="3689683" cy="485518"/>
          </a:xfrm>
        </p:spPr>
        <p:txBody>
          <a:bodyPr wrap="square" anchor="t" anchorCtr="0">
            <a:sp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If there is smaller text that would go here. Lorem ipsum dolor sit </a:t>
            </a:r>
            <a:r>
              <a:rPr lang="en-US" err="1"/>
              <a:t>amet</a:t>
            </a:r>
            <a:r>
              <a:rPr lang="en-US"/>
              <a:t>, </a:t>
            </a:r>
            <a:r>
              <a:rPr lang="en-US" err="1"/>
              <a:t>consectetur</a:t>
            </a:r>
            <a:endParaRPr lang="en-US"/>
          </a:p>
        </p:txBody>
      </p:sp>
      <p:sp>
        <p:nvSpPr>
          <p:cNvPr id="15" name="Text Placeholder 2">
            <a:extLst>
              <a:ext uri="{FF2B5EF4-FFF2-40B4-BE49-F238E27FC236}">
                <a16:creationId xmlns:a16="http://schemas.microsoft.com/office/drawing/2014/main" id="{1D7599F5-5925-422A-A71D-C5306C416D61}"/>
              </a:ext>
            </a:extLst>
          </p:cNvPr>
          <p:cNvSpPr>
            <a:spLocks noGrp="1"/>
          </p:cNvSpPr>
          <p:nvPr>
            <p:ph type="body" idx="31" hasCustomPrompt="1"/>
          </p:nvPr>
        </p:nvSpPr>
        <p:spPr>
          <a:xfrm>
            <a:off x="332873" y="2768763"/>
            <a:ext cx="3689683" cy="485518"/>
          </a:xfrm>
        </p:spPr>
        <p:txBody>
          <a:bodyPr wrap="square" anchor="t" anchorCtr="0">
            <a:sp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If there is smaller text that would go here. Lorem ipsum dolor sit </a:t>
            </a:r>
            <a:r>
              <a:rPr lang="en-US" err="1"/>
              <a:t>amet</a:t>
            </a:r>
            <a:r>
              <a:rPr lang="en-US"/>
              <a:t>, </a:t>
            </a:r>
            <a:r>
              <a:rPr lang="en-US" err="1"/>
              <a:t>consectetur</a:t>
            </a:r>
            <a:endParaRPr lang="en-US"/>
          </a:p>
        </p:txBody>
      </p:sp>
      <p:sp>
        <p:nvSpPr>
          <p:cNvPr id="17" name="Picture Placeholder 9">
            <a:extLst>
              <a:ext uri="{FF2B5EF4-FFF2-40B4-BE49-F238E27FC236}">
                <a16:creationId xmlns:a16="http://schemas.microsoft.com/office/drawing/2014/main" id="{60C524E3-513B-9F47-8587-4AEAC8C7ADB5}"/>
              </a:ext>
            </a:extLst>
          </p:cNvPr>
          <p:cNvSpPr>
            <a:spLocks noGrp="1"/>
          </p:cNvSpPr>
          <p:nvPr>
            <p:ph type="pic" sz="quarter" idx="15" hasCustomPrompt="1"/>
          </p:nvPr>
        </p:nvSpPr>
        <p:spPr>
          <a:xfrm>
            <a:off x="342300" y="289832"/>
            <a:ext cx="3657599" cy="2374900"/>
          </a:xfrm>
          <a:solidFill>
            <a:schemeClr val="bg1">
              <a:lumMod val="75000"/>
            </a:schemeClr>
          </a:solidFill>
        </p:spPr>
        <p:txBody>
          <a:bodyPr bIns="914400" anchor="ctr" anchorCtr="0">
            <a:normAutofit/>
          </a:bodyPr>
          <a:lstStyle>
            <a:lvl1pPr marL="0" indent="0" algn="ctr">
              <a:buNone/>
              <a:defRPr sz="1600">
                <a:solidFill>
                  <a:schemeClr val="bg1"/>
                </a:solidFill>
                <a:latin typeface="+mn-lt"/>
              </a:defRPr>
            </a:lvl1pPr>
          </a:lstStyle>
          <a:p>
            <a:r>
              <a:rPr lang="en-US"/>
              <a:t>Click icon to add photo</a:t>
            </a:r>
          </a:p>
        </p:txBody>
      </p:sp>
      <p:sp>
        <p:nvSpPr>
          <p:cNvPr id="25" name="Picture Placeholder 9">
            <a:extLst>
              <a:ext uri="{FF2B5EF4-FFF2-40B4-BE49-F238E27FC236}">
                <a16:creationId xmlns:a16="http://schemas.microsoft.com/office/drawing/2014/main" id="{8265717D-C6EC-C546-B6FF-EAE66444D043}"/>
              </a:ext>
            </a:extLst>
          </p:cNvPr>
          <p:cNvSpPr>
            <a:spLocks noGrp="1"/>
          </p:cNvSpPr>
          <p:nvPr>
            <p:ph type="pic" sz="quarter" idx="19" hasCustomPrompt="1"/>
          </p:nvPr>
        </p:nvSpPr>
        <p:spPr>
          <a:xfrm>
            <a:off x="4216143" y="318112"/>
            <a:ext cx="3783777" cy="2374900"/>
          </a:xfrm>
          <a:solidFill>
            <a:schemeClr val="bg1">
              <a:lumMod val="75000"/>
            </a:schemeClr>
          </a:solidFill>
        </p:spPr>
        <p:txBody>
          <a:bodyPr bIns="914400" anchor="ctr" anchorCtr="0">
            <a:normAutofit/>
          </a:bodyPr>
          <a:lstStyle>
            <a:lvl1pPr marL="0" indent="0" algn="ctr">
              <a:buNone/>
              <a:defRPr sz="1600">
                <a:solidFill>
                  <a:schemeClr val="bg1"/>
                </a:solidFill>
                <a:latin typeface="+mn-lt"/>
              </a:defRPr>
            </a:lvl1pPr>
          </a:lstStyle>
          <a:p>
            <a:r>
              <a:rPr lang="en-US"/>
              <a:t>Click icon to add photo</a:t>
            </a:r>
          </a:p>
        </p:txBody>
      </p:sp>
      <p:sp>
        <p:nvSpPr>
          <p:cNvPr id="26" name="Picture Placeholder 9">
            <a:extLst>
              <a:ext uri="{FF2B5EF4-FFF2-40B4-BE49-F238E27FC236}">
                <a16:creationId xmlns:a16="http://schemas.microsoft.com/office/drawing/2014/main" id="{65B79BDC-47CE-0543-BDE2-A8CF2E20FD96}"/>
              </a:ext>
            </a:extLst>
          </p:cNvPr>
          <p:cNvSpPr>
            <a:spLocks noGrp="1"/>
          </p:cNvSpPr>
          <p:nvPr>
            <p:ph type="pic" sz="quarter" idx="20" hasCustomPrompt="1"/>
          </p:nvPr>
        </p:nvSpPr>
        <p:spPr>
          <a:xfrm>
            <a:off x="8225591" y="318112"/>
            <a:ext cx="3657600" cy="2374900"/>
          </a:xfrm>
          <a:solidFill>
            <a:schemeClr val="bg1">
              <a:lumMod val="75000"/>
            </a:schemeClr>
          </a:solidFill>
        </p:spPr>
        <p:txBody>
          <a:bodyPr bIns="914400" anchor="ctr" anchorCtr="0">
            <a:normAutofit/>
          </a:bodyPr>
          <a:lstStyle>
            <a:lvl1pPr marL="0" indent="0" algn="ctr">
              <a:buNone/>
              <a:defRPr sz="1600">
                <a:solidFill>
                  <a:schemeClr val="bg1"/>
                </a:solidFill>
                <a:latin typeface="+mn-lt"/>
              </a:defRPr>
            </a:lvl1pPr>
          </a:lstStyle>
          <a:p>
            <a:r>
              <a:rPr lang="en-US"/>
              <a:t>Click icon to add photo</a:t>
            </a:r>
          </a:p>
        </p:txBody>
      </p:sp>
      <p:sp>
        <p:nvSpPr>
          <p:cNvPr id="14" name="Slide Number Placeholder 6">
            <a:extLst>
              <a:ext uri="{FF2B5EF4-FFF2-40B4-BE49-F238E27FC236}">
                <a16:creationId xmlns:a16="http://schemas.microsoft.com/office/drawing/2014/main" id="{3A7D1F7B-7BD3-400D-822A-BF038851A3AA}"/>
              </a:ext>
            </a:extLst>
          </p:cNvPr>
          <p:cNvSpPr>
            <a:spLocks noGrp="1"/>
          </p:cNvSpPr>
          <p:nvPr>
            <p:ph type="sldNum" sz="quarter" idx="12"/>
          </p:nvPr>
        </p:nvSpPr>
        <p:spPr>
          <a:xfrm>
            <a:off x="298450" y="6457053"/>
            <a:ext cx="252409" cy="153888"/>
          </a:xfrm>
          <a:prstGeom prst="rect">
            <a:avLst/>
          </a:prstGeom>
        </p:spPr>
        <p:txBody>
          <a:bodyPr lIns="0" tIns="0" rIns="0" bIns="0" anchor="ctr" anchorCtr="0">
            <a:spAutoFit/>
          </a:bodyPr>
          <a:lstStyle>
            <a:lvl1pPr>
              <a:defRPr sz="1000">
                <a:latin typeface="+mn-lt"/>
              </a:defRPr>
            </a:lvl1pPr>
          </a:lstStyle>
          <a:p>
            <a:pPr algn="l"/>
            <a:fld id="{7EAD36D4-32FF-544B-9EC2-1F035E0F636E}" type="slidenum">
              <a:rPr lang="en-US" smtClean="0">
                <a:solidFill>
                  <a:schemeClr val="tx1"/>
                </a:solidFill>
              </a:rPr>
              <a:pPr algn="l"/>
              <a:t>‹#›</a:t>
            </a:fld>
            <a:endParaRPr lang="en-US">
              <a:solidFill>
                <a:schemeClr val="tx1"/>
              </a:solidFill>
            </a:endParaRPr>
          </a:p>
        </p:txBody>
      </p:sp>
      <p:sp>
        <p:nvSpPr>
          <p:cNvPr id="19" name="Text Placeholder 2">
            <a:extLst>
              <a:ext uri="{FF2B5EF4-FFF2-40B4-BE49-F238E27FC236}">
                <a16:creationId xmlns:a16="http://schemas.microsoft.com/office/drawing/2014/main" id="{35C50E67-374D-4C13-B3F5-AF42AB5D79CE}"/>
              </a:ext>
            </a:extLst>
          </p:cNvPr>
          <p:cNvSpPr>
            <a:spLocks noGrp="1"/>
          </p:cNvSpPr>
          <p:nvPr>
            <p:ph type="body" idx="34" hasCustomPrompt="1"/>
          </p:nvPr>
        </p:nvSpPr>
        <p:spPr>
          <a:xfrm>
            <a:off x="8221580" y="5929057"/>
            <a:ext cx="3689683" cy="485518"/>
          </a:xfrm>
        </p:spPr>
        <p:txBody>
          <a:bodyPr wrap="square" anchor="t" anchorCtr="0">
            <a:sp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If there is smaller text that would go here. Lorem ipsum dolor sit </a:t>
            </a:r>
            <a:r>
              <a:rPr lang="en-US" err="1"/>
              <a:t>amet</a:t>
            </a:r>
            <a:r>
              <a:rPr lang="en-US"/>
              <a:t>, </a:t>
            </a:r>
            <a:r>
              <a:rPr lang="en-US" err="1"/>
              <a:t>consectetur</a:t>
            </a:r>
            <a:endParaRPr lang="en-US"/>
          </a:p>
        </p:txBody>
      </p:sp>
      <p:sp>
        <p:nvSpPr>
          <p:cNvPr id="20" name="Text Placeholder 2">
            <a:extLst>
              <a:ext uri="{FF2B5EF4-FFF2-40B4-BE49-F238E27FC236}">
                <a16:creationId xmlns:a16="http://schemas.microsoft.com/office/drawing/2014/main" id="{10514296-046E-435B-B705-798751C4112A}"/>
              </a:ext>
            </a:extLst>
          </p:cNvPr>
          <p:cNvSpPr>
            <a:spLocks noGrp="1"/>
          </p:cNvSpPr>
          <p:nvPr>
            <p:ph type="body" idx="35" hasCustomPrompt="1"/>
          </p:nvPr>
        </p:nvSpPr>
        <p:spPr>
          <a:xfrm>
            <a:off x="4216143" y="5929057"/>
            <a:ext cx="3689683" cy="485518"/>
          </a:xfrm>
        </p:spPr>
        <p:txBody>
          <a:bodyPr wrap="square" anchor="t" anchorCtr="0">
            <a:sp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If there is smaller text that would go here. Lorem ipsum dolor sit </a:t>
            </a:r>
            <a:r>
              <a:rPr lang="en-US" err="1"/>
              <a:t>amet</a:t>
            </a:r>
            <a:r>
              <a:rPr lang="en-US"/>
              <a:t>, </a:t>
            </a:r>
            <a:r>
              <a:rPr lang="en-US" err="1"/>
              <a:t>consectetur</a:t>
            </a:r>
            <a:endParaRPr lang="en-US"/>
          </a:p>
        </p:txBody>
      </p:sp>
      <p:sp>
        <p:nvSpPr>
          <p:cNvPr id="21" name="Text Placeholder 2">
            <a:extLst>
              <a:ext uri="{FF2B5EF4-FFF2-40B4-BE49-F238E27FC236}">
                <a16:creationId xmlns:a16="http://schemas.microsoft.com/office/drawing/2014/main" id="{F9B23890-B4AE-4BE7-816D-9FB3A4134BFB}"/>
              </a:ext>
            </a:extLst>
          </p:cNvPr>
          <p:cNvSpPr>
            <a:spLocks noGrp="1"/>
          </p:cNvSpPr>
          <p:nvPr>
            <p:ph type="body" idx="36" hasCustomPrompt="1"/>
          </p:nvPr>
        </p:nvSpPr>
        <p:spPr>
          <a:xfrm>
            <a:off x="328862" y="5929057"/>
            <a:ext cx="3689683" cy="485518"/>
          </a:xfrm>
        </p:spPr>
        <p:txBody>
          <a:bodyPr wrap="square" anchor="t" anchorCtr="0">
            <a:sp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If there is smaller text that would go here. Lorem ipsum dolor sit </a:t>
            </a:r>
            <a:r>
              <a:rPr lang="en-US" err="1"/>
              <a:t>amet</a:t>
            </a:r>
            <a:r>
              <a:rPr lang="en-US"/>
              <a:t>, </a:t>
            </a:r>
            <a:r>
              <a:rPr lang="en-US" err="1"/>
              <a:t>consectetur</a:t>
            </a:r>
            <a:endParaRPr lang="en-US"/>
          </a:p>
        </p:txBody>
      </p:sp>
      <p:sp>
        <p:nvSpPr>
          <p:cNvPr id="22" name="Picture Placeholder 9">
            <a:extLst>
              <a:ext uri="{FF2B5EF4-FFF2-40B4-BE49-F238E27FC236}">
                <a16:creationId xmlns:a16="http://schemas.microsoft.com/office/drawing/2014/main" id="{DD7F8A67-D383-4A5C-ABB7-01D36055F88E}"/>
              </a:ext>
            </a:extLst>
          </p:cNvPr>
          <p:cNvSpPr>
            <a:spLocks noGrp="1"/>
          </p:cNvSpPr>
          <p:nvPr>
            <p:ph type="pic" sz="quarter" idx="37" hasCustomPrompt="1"/>
          </p:nvPr>
        </p:nvSpPr>
        <p:spPr>
          <a:xfrm>
            <a:off x="328862" y="3478406"/>
            <a:ext cx="3657599" cy="2374900"/>
          </a:xfrm>
          <a:solidFill>
            <a:schemeClr val="bg1">
              <a:lumMod val="75000"/>
            </a:schemeClr>
          </a:solidFill>
        </p:spPr>
        <p:txBody>
          <a:bodyPr bIns="914400" anchor="ctr" anchorCtr="0">
            <a:normAutofit/>
          </a:bodyPr>
          <a:lstStyle>
            <a:lvl1pPr marL="0" indent="0" algn="ctr">
              <a:buNone/>
              <a:defRPr sz="1600">
                <a:solidFill>
                  <a:schemeClr val="bg1"/>
                </a:solidFill>
                <a:latin typeface="+mn-lt"/>
              </a:defRPr>
            </a:lvl1pPr>
          </a:lstStyle>
          <a:p>
            <a:r>
              <a:rPr lang="en-US"/>
              <a:t>Click icon to add photo</a:t>
            </a:r>
          </a:p>
        </p:txBody>
      </p:sp>
      <p:sp>
        <p:nvSpPr>
          <p:cNvPr id="23" name="Picture Placeholder 9">
            <a:extLst>
              <a:ext uri="{FF2B5EF4-FFF2-40B4-BE49-F238E27FC236}">
                <a16:creationId xmlns:a16="http://schemas.microsoft.com/office/drawing/2014/main" id="{E3304DF0-AAD9-40B1-98CA-3FF5BF50E029}"/>
              </a:ext>
            </a:extLst>
          </p:cNvPr>
          <p:cNvSpPr>
            <a:spLocks noGrp="1"/>
          </p:cNvSpPr>
          <p:nvPr>
            <p:ph type="pic" sz="quarter" idx="38" hasCustomPrompt="1"/>
          </p:nvPr>
        </p:nvSpPr>
        <p:spPr>
          <a:xfrm>
            <a:off x="4216143" y="3478406"/>
            <a:ext cx="3783777" cy="2374900"/>
          </a:xfrm>
          <a:solidFill>
            <a:schemeClr val="bg1">
              <a:lumMod val="75000"/>
            </a:schemeClr>
          </a:solidFill>
        </p:spPr>
        <p:txBody>
          <a:bodyPr bIns="914400" anchor="ctr" anchorCtr="0">
            <a:normAutofit/>
          </a:bodyPr>
          <a:lstStyle>
            <a:lvl1pPr marL="0" indent="0" algn="ctr">
              <a:buNone/>
              <a:defRPr sz="1600">
                <a:solidFill>
                  <a:schemeClr val="bg1"/>
                </a:solidFill>
                <a:latin typeface="+mn-lt"/>
              </a:defRPr>
            </a:lvl1pPr>
          </a:lstStyle>
          <a:p>
            <a:r>
              <a:rPr lang="en-US"/>
              <a:t>Click icon to add photo</a:t>
            </a:r>
          </a:p>
        </p:txBody>
      </p:sp>
      <p:sp>
        <p:nvSpPr>
          <p:cNvPr id="27" name="Picture Placeholder 9">
            <a:extLst>
              <a:ext uri="{FF2B5EF4-FFF2-40B4-BE49-F238E27FC236}">
                <a16:creationId xmlns:a16="http://schemas.microsoft.com/office/drawing/2014/main" id="{980BE97B-E65B-4431-9D04-75E50D696B8E}"/>
              </a:ext>
            </a:extLst>
          </p:cNvPr>
          <p:cNvSpPr>
            <a:spLocks noGrp="1"/>
          </p:cNvSpPr>
          <p:nvPr>
            <p:ph type="pic" sz="quarter" idx="39" hasCustomPrompt="1"/>
          </p:nvPr>
        </p:nvSpPr>
        <p:spPr>
          <a:xfrm>
            <a:off x="8221580" y="3478406"/>
            <a:ext cx="3657600" cy="2374900"/>
          </a:xfrm>
          <a:solidFill>
            <a:schemeClr val="bg1">
              <a:lumMod val="75000"/>
            </a:schemeClr>
          </a:solidFill>
        </p:spPr>
        <p:txBody>
          <a:bodyPr bIns="914400" anchor="ctr" anchorCtr="0">
            <a:normAutofit/>
          </a:bodyPr>
          <a:lstStyle>
            <a:lvl1pPr marL="0" indent="0" algn="ctr">
              <a:buNone/>
              <a:defRPr sz="1600">
                <a:solidFill>
                  <a:schemeClr val="bg1"/>
                </a:solidFill>
                <a:latin typeface="+mn-lt"/>
              </a:defRPr>
            </a:lvl1pPr>
          </a:lstStyle>
          <a:p>
            <a:r>
              <a:rPr lang="en-US"/>
              <a:t>Click icon to add photo</a:t>
            </a:r>
          </a:p>
        </p:txBody>
      </p:sp>
      <p:sp>
        <p:nvSpPr>
          <p:cNvPr id="28" name="Footer Placeholder 4">
            <a:extLst>
              <a:ext uri="{FF2B5EF4-FFF2-40B4-BE49-F238E27FC236}">
                <a16:creationId xmlns:a16="http://schemas.microsoft.com/office/drawing/2014/main" id="{73A8CD65-CB94-48B0-A1A6-14EC33A1F52B}"/>
              </a:ext>
            </a:extLst>
          </p:cNvPr>
          <p:cNvSpPr>
            <a:spLocks noGrp="1"/>
          </p:cNvSpPr>
          <p:nvPr>
            <p:ph type="ftr" sz="quarter" idx="3"/>
          </p:nvPr>
        </p:nvSpPr>
        <p:spPr>
          <a:xfrm>
            <a:off x="621388" y="6462461"/>
            <a:ext cx="2489464" cy="153888"/>
          </a:xfrm>
          <a:prstGeom prst="rect">
            <a:avLst/>
          </a:prstGeom>
        </p:spPr>
        <p:txBody>
          <a:bodyPr vert="horz" lIns="0" tIns="0" rIns="0" bIns="0" rtlCol="0" anchor="b" anchorCtr="0"/>
          <a:lstStyle>
            <a:lvl1pPr algn="l">
              <a:defRPr sz="1000">
                <a:solidFill>
                  <a:schemeClr val="tx1"/>
                </a:solidFill>
              </a:defRPr>
            </a:lvl1pPr>
          </a:lstStyle>
          <a:p>
            <a:r>
              <a:rPr lang="en-US"/>
              <a:t>HP Private, Confidential for Internal Use Only</a:t>
            </a:r>
          </a:p>
        </p:txBody>
      </p:sp>
      <p:sp>
        <p:nvSpPr>
          <p:cNvPr id="29" name="logo">
            <a:extLst>
              <a:ext uri="{FF2B5EF4-FFF2-40B4-BE49-F238E27FC236}">
                <a16:creationId xmlns:a16="http://schemas.microsoft.com/office/drawing/2014/main" id="{C79498EA-C47D-418E-B2A6-64D64D2792CE}"/>
              </a:ext>
            </a:extLst>
          </p:cNvPr>
          <p:cNvSpPr>
            <a:spLocks noChangeAspect="1" noEditPoints="1"/>
          </p:cNvSpPr>
          <p:nvPr userDrawn="1"/>
        </p:nvSpPr>
        <p:spPr bwMode="gray">
          <a:xfrm>
            <a:off x="11596548" y="6290052"/>
            <a:ext cx="315140" cy="315140"/>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Tree>
    <p:extLst>
      <p:ext uri="{BB962C8B-B14F-4D97-AF65-F5344CB8AC3E}">
        <p14:creationId xmlns:p14="http://schemas.microsoft.com/office/powerpoint/2010/main" val="14136056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hort Quote &amp; Photo">
    <p:bg>
      <p:bgPr>
        <a:solidFill>
          <a:schemeClr val="accent6"/>
        </a:solidFill>
        <a:effectLst/>
      </p:bgPr>
    </p:bg>
    <p:spTree>
      <p:nvGrpSpPr>
        <p:cNvPr id="1" name=""/>
        <p:cNvGrpSpPr/>
        <p:nvPr/>
      </p:nvGrpSpPr>
      <p:grpSpPr>
        <a:xfrm>
          <a:off x="0" y="0"/>
          <a:ext cx="0" cy="0"/>
          <a:chOff x="0" y="0"/>
          <a:chExt cx="0" cy="0"/>
        </a:xfrm>
      </p:grpSpPr>
      <p:sp>
        <p:nvSpPr>
          <p:cNvPr id="10" name="Text Placeholder 4">
            <a:extLst>
              <a:ext uri="{FF2B5EF4-FFF2-40B4-BE49-F238E27FC236}">
                <a16:creationId xmlns:a16="http://schemas.microsoft.com/office/drawing/2014/main" id="{4BB19C53-64CF-46A0-B13A-39DA8FE8EF14}"/>
              </a:ext>
            </a:extLst>
          </p:cNvPr>
          <p:cNvSpPr>
            <a:spLocks noGrp="1"/>
          </p:cNvSpPr>
          <p:nvPr>
            <p:ph type="body" sz="quarter" idx="14" hasCustomPrompt="1"/>
          </p:nvPr>
        </p:nvSpPr>
        <p:spPr>
          <a:xfrm>
            <a:off x="282101" y="3803023"/>
            <a:ext cx="11612880" cy="2342949"/>
          </a:xfrm>
        </p:spPr>
        <p:txBody>
          <a:bodyPr>
            <a:spAutoFit/>
          </a:bodyPr>
          <a:lstStyle>
            <a:lvl1pPr marL="0" indent="0">
              <a:lnSpc>
                <a:spcPct val="125000"/>
              </a:lnSpc>
              <a:buNone/>
              <a:defRPr sz="6000">
                <a:solidFill>
                  <a:schemeClr val="tx1"/>
                </a:solidFill>
                <a:latin typeface="+mj-lt"/>
              </a:defRPr>
            </a:lvl1pPr>
          </a:lstStyle>
          <a:p>
            <a:pPr lvl="0"/>
            <a:r>
              <a:rPr lang="en-US"/>
              <a:t>Short title, quote,</a:t>
            </a:r>
            <a:br>
              <a:rPr lang="en-US"/>
            </a:br>
            <a:r>
              <a:rPr lang="en-US"/>
              <a:t>or sentence</a:t>
            </a:r>
          </a:p>
        </p:txBody>
      </p:sp>
      <p:sp>
        <p:nvSpPr>
          <p:cNvPr id="11" name="Picture Placeholder 6">
            <a:extLst>
              <a:ext uri="{FF2B5EF4-FFF2-40B4-BE49-F238E27FC236}">
                <a16:creationId xmlns:a16="http://schemas.microsoft.com/office/drawing/2014/main" id="{0A422AB0-D9FE-7942-86F0-C5D4ABCC5EF5}"/>
              </a:ext>
            </a:extLst>
          </p:cNvPr>
          <p:cNvSpPr>
            <a:spLocks noGrp="1"/>
          </p:cNvSpPr>
          <p:nvPr>
            <p:ph type="pic" sz="quarter" idx="10" hasCustomPrompt="1"/>
          </p:nvPr>
        </p:nvSpPr>
        <p:spPr>
          <a:xfrm>
            <a:off x="0" y="1"/>
            <a:ext cx="12192000" cy="3896360"/>
          </a:xfrm>
          <a:solidFill>
            <a:schemeClr val="bg1">
              <a:lumMod val="75000"/>
            </a:schemeClr>
          </a:solidFill>
        </p:spPr>
        <p:txBody>
          <a:bodyPr tIns="0" rIns="0" bIns="914400" anchor="ctr" anchorCtr="0"/>
          <a:lstStyle>
            <a:lvl1pPr marL="0" indent="0" algn="ctr">
              <a:buNone/>
              <a:defRPr sz="1600">
                <a:solidFill>
                  <a:schemeClr val="bg1"/>
                </a:solidFill>
              </a:defRPr>
            </a:lvl1pPr>
          </a:lstStyle>
          <a:p>
            <a:r>
              <a:rPr lang="en-US"/>
              <a:t>Click icon to add photo</a:t>
            </a:r>
          </a:p>
        </p:txBody>
      </p:sp>
      <p:sp>
        <p:nvSpPr>
          <p:cNvPr id="4" name="Text Placeholder 3">
            <a:extLst>
              <a:ext uri="{FF2B5EF4-FFF2-40B4-BE49-F238E27FC236}">
                <a16:creationId xmlns:a16="http://schemas.microsoft.com/office/drawing/2014/main" id="{312D5B01-CD02-6A47-BEE9-3A7D01D10B37}"/>
              </a:ext>
            </a:extLst>
          </p:cNvPr>
          <p:cNvSpPr>
            <a:spLocks noGrp="1"/>
          </p:cNvSpPr>
          <p:nvPr>
            <p:ph type="body" sz="quarter" idx="23" hasCustomPrompt="1"/>
          </p:nvPr>
        </p:nvSpPr>
        <p:spPr>
          <a:xfrm>
            <a:off x="282101" y="6249815"/>
            <a:ext cx="11612880" cy="348557"/>
          </a:xfrm>
        </p:spPr>
        <p:txBody>
          <a:bodyPr>
            <a:spAutoFit/>
          </a:bodyPr>
          <a:lstStyle>
            <a:lvl1pPr marL="0" indent="0">
              <a:buNone/>
              <a:defRPr sz="1800">
                <a:solidFill>
                  <a:schemeClr val="tx1"/>
                </a:solidFill>
              </a:defRPr>
            </a:lvl1pPr>
          </a:lstStyle>
          <a:p>
            <a:r>
              <a:rPr lang="en-US"/>
              <a:t>Attribution or source</a:t>
            </a:r>
          </a:p>
        </p:txBody>
      </p:sp>
      <p:grpSp>
        <p:nvGrpSpPr>
          <p:cNvPr id="2" name="Group 1">
            <a:extLst>
              <a:ext uri="{FF2B5EF4-FFF2-40B4-BE49-F238E27FC236}">
                <a16:creationId xmlns:a16="http://schemas.microsoft.com/office/drawing/2014/main" id="{93D0E37D-62CF-4523-8BF4-479A339275F5}"/>
              </a:ext>
            </a:extLst>
          </p:cNvPr>
          <p:cNvGrpSpPr/>
          <p:nvPr userDrawn="1"/>
        </p:nvGrpSpPr>
        <p:grpSpPr>
          <a:xfrm>
            <a:off x="-10408" y="5020144"/>
            <a:ext cx="12202408" cy="1147282"/>
            <a:chOff x="-10408" y="5115560"/>
            <a:chExt cx="12294704" cy="1147282"/>
          </a:xfrm>
        </p:grpSpPr>
        <p:cxnSp>
          <p:nvCxnSpPr>
            <p:cNvPr id="9" name="Straight Connector 8">
              <a:extLst>
                <a:ext uri="{FF2B5EF4-FFF2-40B4-BE49-F238E27FC236}">
                  <a16:creationId xmlns:a16="http://schemas.microsoft.com/office/drawing/2014/main" id="{7E6DDA52-105B-A244-911F-F4755ABFDBA4}"/>
                </a:ext>
              </a:extLst>
            </p:cNvPr>
            <p:cNvCxnSpPr/>
            <p:nvPr userDrawn="1"/>
          </p:nvCxnSpPr>
          <p:spPr>
            <a:xfrm>
              <a:off x="-10408" y="5115560"/>
              <a:ext cx="1229470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02BAE2C-DFCB-0748-8E88-D33B4E54C0CD}"/>
                </a:ext>
              </a:extLst>
            </p:cNvPr>
            <p:cNvCxnSpPr/>
            <p:nvPr userDrawn="1"/>
          </p:nvCxnSpPr>
          <p:spPr>
            <a:xfrm>
              <a:off x="-10408" y="6262842"/>
              <a:ext cx="1229470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logo">
            <a:extLst>
              <a:ext uri="{FF2B5EF4-FFF2-40B4-BE49-F238E27FC236}">
                <a16:creationId xmlns:a16="http://schemas.microsoft.com/office/drawing/2014/main" id="{FE648FE8-E4C7-4BBC-946E-7898257D3FE2}"/>
              </a:ext>
            </a:extLst>
          </p:cNvPr>
          <p:cNvSpPr>
            <a:spLocks noChangeAspect="1" noEditPoints="1"/>
          </p:cNvSpPr>
          <p:nvPr userDrawn="1"/>
        </p:nvSpPr>
        <p:spPr bwMode="gray">
          <a:xfrm>
            <a:off x="11596548" y="6290052"/>
            <a:ext cx="315140" cy="315140"/>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Tree>
    <p:extLst>
      <p:ext uri="{BB962C8B-B14F-4D97-AF65-F5344CB8AC3E}">
        <p14:creationId xmlns:p14="http://schemas.microsoft.com/office/powerpoint/2010/main" val="26221254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 with White Type &amp; Photo">
    <p:bg>
      <p:bgPr>
        <a:solidFill>
          <a:schemeClr val="accent4"/>
        </a:solidFill>
        <a:effectLst/>
      </p:bgPr>
    </p:bg>
    <p:spTree>
      <p:nvGrpSpPr>
        <p:cNvPr id="1" name=""/>
        <p:cNvGrpSpPr/>
        <p:nvPr/>
      </p:nvGrpSpPr>
      <p:grpSpPr>
        <a:xfrm>
          <a:off x="0" y="0"/>
          <a:ext cx="0" cy="0"/>
          <a:chOff x="0" y="0"/>
          <a:chExt cx="0" cy="0"/>
        </a:xfrm>
      </p:grpSpPr>
      <p:sp>
        <p:nvSpPr>
          <p:cNvPr id="11" name="Picture Placeholder 6">
            <a:extLst>
              <a:ext uri="{FF2B5EF4-FFF2-40B4-BE49-F238E27FC236}">
                <a16:creationId xmlns:a16="http://schemas.microsoft.com/office/drawing/2014/main" id="{0A422AB0-D9FE-7942-86F0-C5D4ABCC5EF5}"/>
              </a:ext>
            </a:extLst>
          </p:cNvPr>
          <p:cNvSpPr>
            <a:spLocks noGrp="1"/>
          </p:cNvSpPr>
          <p:nvPr>
            <p:ph type="pic" sz="quarter" idx="10" hasCustomPrompt="1"/>
          </p:nvPr>
        </p:nvSpPr>
        <p:spPr>
          <a:xfrm>
            <a:off x="0" y="-9427"/>
            <a:ext cx="12192000" cy="6897757"/>
          </a:xfrm>
          <a:solidFill>
            <a:schemeClr val="bg1">
              <a:lumMod val="75000"/>
            </a:schemeClr>
          </a:solidFill>
        </p:spPr>
        <p:txBody>
          <a:bodyPr tIns="0" rIns="0" bIns="914400" anchor="ctr" anchorCtr="0"/>
          <a:lstStyle>
            <a:lvl1pPr marL="0" indent="0" algn="ctr">
              <a:buNone/>
              <a:defRPr sz="1600">
                <a:solidFill>
                  <a:schemeClr val="bg1"/>
                </a:solidFill>
              </a:defRPr>
            </a:lvl1pPr>
          </a:lstStyle>
          <a:p>
            <a:r>
              <a:rPr lang="en-US"/>
              <a:t>Click icon to add photo</a:t>
            </a:r>
          </a:p>
        </p:txBody>
      </p:sp>
      <p:sp>
        <p:nvSpPr>
          <p:cNvPr id="10" name="Text Placeholder 4">
            <a:extLst>
              <a:ext uri="{FF2B5EF4-FFF2-40B4-BE49-F238E27FC236}">
                <a16:creationId xmlns:a16="http://schemas.microsoft.com/office/drawing/2014/main" id="{4BB19C53-64CF-46A0-B13A-39DA8FE8EF14}"/>
              </a:ext>
            </a:extLst>
          </p:cNvPr>
          <p:cNvSpPr>
            <a:spLocks noGrp="1"/>
          </p:cNvSpPr>
          <p:nvPr>
            <p:ph type="body" sz="quarter" idx="14" hasCustomPrompt="1"/>
          </p:nvPr>
        </p:nvSpPr>
        <p:spPr>
          <a:xfrm>
            <a:off x="282101" y="4481973"/>
            <a:ext cx="11612880" cy="1123384"/>
          </a:xfrm>
        </p:spPr>
        <p:txBody>
          <a:bodyPr tIns="0" rIns="0" bIns="0" anchor="ctr" anchorCtr="0">
            <a:spAutoFit/>
          </a:bodyPr>
          <a:lstStyle>
            <a:lvl1pPr marL="0" indent="0">
              <a:lnSpc>
                <a:spcPct val="90000"/>
              </a:lnSpc>
              <a:spcBef>
                <a:spcPts val="0"/>
              </a:spcBef>
              <a:buNone/>
              <a:defRPr sz="4000">
                <a:solidFill>
                  <a:schemeClr val="bg1"/>
                </a:solidFill>
                <a:latin typeface="+mj-lt"/>
              </a:defRPr>
            </a:lvl1pPr>
          </a:lstStyle>
          <a:p>
            <a:pPr lvl="0"/>
            <a:r>
              <a:rPr lang="en-US"/>
              <a:t>Long title, quote,</a:t>
            </a:r>
            <a:br>
              <a:rPr lang="en-US"/>
            </a:br>
            <a:r>
              <a:rPr lang="en-US"/>
              <a:t>or sentence</a:t>
            </a:r>
          </a:p>
        </p:txBody>
      </p:sp>
      <p:sp>
        <p:nvSpPr>
          <p:cNvPr id="4" name="Text Placeholder 3">
            <a:extLst>
              <a:ext uri="{FF2B5EF4-FFF2-40B4-BE49-F238E27FC236}">
                <a16:creationId xmlns:a16="http://schemas.microsoft.com/office/drawing/2014/main" id="{312D5B01-CD02-6A47-BEE9-3A7D01D10B37}"/>
              </a:ext>
            </a:extLst>
          </p:cNvPr>
          <p:cNvSpPr>
            <a:spLocks noGrp="1"/>
          </p:cNvSpPr>
          <p:nvPr>
            <p:ph type="body" sz="quarter" idx="23" hasCustomPrompt="1"/>
          </p:nvPr>
        </p:nvSpPr>
        <p:spPr>
          <a:xfrm>
            <a:off x="293253" y="6251212"/>
            <a:ext cx="11612880" cy="291618"/>
          </a:xfrm>
        </p:spPr>
        <p:txBody>
          <a:bodyPr>
            <a:spAutoFit/>
          </a:bodyPr>
          <a:lstStyle>
            <a:lvl1pPr marL="0" indent="0">
              <a:buNone/>
              <a:defRPr sz="1400">
                <a:solidFill>
                  <a:schemeClr val="bg1"/>
                </a:solidFill>
              </a:defRPr>
            </a:lvl1pPr>
          </a:lstStyle>
          <a:p>
            <a:r>
              <a:rPr lang="en-US"/>
              <a:t>Attribution or source</a:t>
            </a:r>
          </a:p>
        </p:txBody>
      </p:sp>
    </p:spTree>
    <p:extLst>
      <p:ext uri="{BB962C8B-B14F-4D97-AF65-F5344CB8AC3E}">
        <p14:creationId xmlns:p14="http://schemas.microsoft.com/office/powerpoint/2010/main" val="361681171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 with Black Type &amp; Photo">
    <p:bg>
      <p:bgPr>
        <a:solidFill>
          <a:schemeClr val="accent4"/>
        </a:solidFill>
        <a:effectLst/>
      </p:bgPr>
    </p:bg>
    <p:spTree>
      <p:nvGrpSpPr>
        <p:cNvPr id="1" name=""/>
        <p:cNvGrpSpPr/>
        <p:nvPr/>
      </p:nvGrpSpPr>
      <p:grpSpPr>
        <a:xfrm>
          <a:off x="0" y="0"/>
          <a:ext cx="0" cy="0"/>
          <a:chOff x="0" y="0"/>
          <a:chExt cx="0" cy="0"/>
        </a:xfrm>
      </p:grpSpPr>
      <p:sp>
        <p:nvSpPr>
          <p:cNvPr id="11" name="Picture Placeholder 6">
            <a:extLst>
              <a:ext uri="{FF2B5EF4-FFF2-40B4-BE49-F238E27FC236}">
                <a16:creationId xmlns:a16="http://schemas.microsoft.com/office/drawing/2014/main" id="{0A422AB0-D9FE-7942-86F0-C5D4ABCC5EF5}"/>
              </a:ext>
            </a:extLst>
          </p:cNvPr>
          <p:cNvSpPr>
            <a:spLocks noGrp="1"/>
          </p:cNvSpPr>
          <p:nvPr>
            <p:ph type="pic" sz="quarter" idx="10" hasCustomPrompt="1"/>
          </p:nvPr>
        </p:nvSpPr>
        <p:spPr>
          <a:xfrm>
            <a:off x="0" y="0"/>
            <a:ext cx="12192000" cy="6857999"/>
          </a:xfrm>
          <a:solidFill>
            <a:schemeClr val="bg1">
              <a:lumMod val="75000"/>
            </a:schemeClr>
          </a:solidFill>
        </p:spPr>
        <p:txBody>
          <a:bodyPr tIns="0" rIns="0" bIns="914400" anchor="ctr" anchorCtr="0"/>
          <a:lstStyle>
            <a:lvl1pPr marL="0" indent="0" algn="ctr">
              <a:buNone/>
              <a:defRPr sz="1600">
                <a:solidFill>
                  <a:schemeClr val="bg1"/>
                </a:solidFill>
              </a:defRPr>
            </a:lvl1pPr>
          </a:lstStyle>
          <a:p>
            <a:r>
              <a:rPr lang="en-US"/>
              <a:t>Click icon to add photo</a:t>
            </a:r>
          </a:p>
        </p:txBody>
      </p:sp>
      <p:sp>
        <p:nvSpPr>
          <p:cNvPr id="10" name="Text Placeholder 4">
            <a:extLst>
              <a:ext uri="{FF2B5EF4-FFF2-40B4-BE49-F238E27FC236}">
                <a16:creationId xmlns:a16="http://schemas.microsoft.com/office/drawing/2014/main" id="{4BB19C53-64CF-46A0-B13A-39DA8FE8EF14}"/>
              </a:ext>
            </a:extLst>
          </p:cNvPr>
          <p:cNvSpPr>
            <a:spLocks noGrp="1"/>
          </p:cNvSpPr>
          <p:nvPr>
            <p:ph type="body" sz="quarter" idx="14" hasCustomPrompt="1"/>
          </p:nvPr>
        </p:nvSpPr>
        <p:spPr bwMode="white">
          <a:xfrm>
            <a:off x="282101" y="4481973"/>
            <a:ext cx="11612880" cy="1123384"/>
          </a:xfrm>
        </p:spPr>
        <p:txBody>
          <a:bodyPr tIns="0" rIns="0" bIns="0" anchor="ctr" anchorCtr="0">
            <a:spAutoFit/>
          </a:bodyPr>
          <a:lstStyle>
            <a:lvl1pPr marL="0" indent="0">
              <a:lnSpc>
                <a:spcPct val="90000"/>
              </a:lnSpc>
              <a:buNone/>
              <a:defRPr sz="4000">
                <a:latin typeface="+mj-lt"/>
              </a:defRPr>
            </a:lvl1pPr>
          </a:lstStyle>
          <a:p>
            <a:pPr lvl="0"/>
            <a:r>
              <a:rPr lang="en-US"/>
              <a:t>Long title, quote,</a:t>
            </a:r>
            <a:br>
              <a:rPr lang="en-US"/>
            </a:br>
            <a:r>
              <a:rPr lang="en-US"/>
              <a:t>or sentence</a:t>
            </a:r>
          </a:p>
        </p:txBody>
      </p:sp>
      <p:sp>
        <p:nvSpPr>
          <p:cNvPr id="4" name="Text Placeholder 3">
            <a:extLst>
              <a:ext uri="{FF2B5EF4-FFF2-40B4-BE49-F238E27FC236}">
                <a16:creationId xmlns:a16="http://schemas.microsoft.com/office/drawing/2014/main" id="{312D5B01-CD02-6A47-BEE9-3A7D01D10B37}"/>
              </a:ext>
            </a:extLst>
          </p:cNvPr>
          <p:cNvSpPr>
            <a:spLocks noGrp="1"/>
          </p:cNvSpPr>
          <p:nvPr>
            <p:ph type="body" sz="quarter" idx="23" hasCustomPrompt="1"/>
          </p:nvPr>
        </p:nvSpPr>
        <p:spPr bwMode="white">
          <a:xfrm>
            <a:off x="293253" y="6251212"/>
            <a:ext cx="11612880" cy="291618"/>
          </a:xfrm>
        </p:spPr>
        <p:txBody>
          <a:bodyPr>
            <a:spAutoFit/>
          </a:bodyPr>
          <a:lstStyle>
            <a:lvl1pPr marL="0" indent="0">
              <a:buNone/>
              <a:defRPr sz="1400">
                <a:solidFill>
                  <a:schemeClr val="tx1"/>
                </a:solidFill>
              </a:defRPr>
            </a:lvl1pPr>
          </a:lstStyle>
          <a:p>
            <a:r>
              <a:rPr lang="en-US"/>
              <a:t>Attribution or source</a:t>
            </a:r>
          </a:p>
        </p:txBody>
      </p:sp>
    </p:spTree>
    <p:extLst>
      <p:ext uri="{BB962C8B-B14F-4D97-AF65-F5344CB8AC3E}">
        <p14:creationId xmlns:p14="http://schemas.microsoft.com/office/powerpoint/2010/main" val="3078816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hoto Only">
    <p:bg>
      <p:bgPr>
        <a:solidFill>
          <a:srgbClr val="E6E6E6"/>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8FC0354-FF3E-4D42-A5FC-BC26485E9DBC}"/>
              </a:ext>
            </a:extLst>
          </p:cNvPr>
          <p:cNvSpPr>
            <a:spLocks noGrp="1"/>
          </p:cNvSpPr>
          <p:nvPr>
            <p:ph type="pic" sz="quarter" idx="10" hasCustomPrompt="1"/>
          </p:nvPr>
        </p:nvSpPr>
        <p:spPr>
          <a:xfrm>
            <a:off x="0" y="0"/>
            <a:ext cx="12192000" cy="6858000"/>
          </a:xfrm>
          <a:solidFill>
            <a:schemeClr val="bg1">
              <a:lumMod val="75000"/>
            </a:schemeClr>
          </a:solidFill>
        </p:spPr>
        <p:txBody>
          <a:bodyPr tIns="0" rIns="0" bIns="914400" anchor="ctr" anchorCtr="0"/>
          <a:lstStyle>
            <a:lvl1pPr marL="0" indent="0" algn="ctr">
              <a:buNone/>
              <a:defRPr sz="1600">
                <a:solidFill>
                  <a:schemeClr val="bg1"/>
                </a:solidFill>
              </a:defRPr>
            </a:lvl1pPr>
          </a:lstStyle>
          <a:p>
            <a:r>
              <a:rPr lang="en-US"/>
              <a:t>Click icon to add photo</a:t>
            </a:r>
          </a:p>
        </p:txBody>
      </p:sp>
      <p:sp>
        <p:nvSpPr>
          <p:cNvPr id="3" name="Slide Number Placeholder 6">
            <a:extLst>
              <a:ext uri="{FF2B5EF4-FFF2-40B4-BE49-F238E27FC236}">
                <a16:creationId xmlns:a16="http://schemas.microsoft.com/office/drawing/2014/main" id="{2854121C-6CB0-4450-A437-2A35D7505F3D}"/>
              </a:ext>
            </a:extLst>
          </p:cNvPr>
          <p:cNvSpPr>
            <a:spLocks noGrp="1"/>
          </p:cNvSpPr>
          <p:nvPr>
            <p:ph type="sldNum" sz="quarter" idx="12"/>
          </p:nvPr>
        </p:nvSpPr>
        <p:spPr bwMode="black">
          <a:xfrm>
            <a:off x="298450" y="6457053"/>
            <a:ext cx="252409" cy="153888"/>
          </a:xfrm>
          <a:prstGeom prst="rect">
            <a:avLst/>
          </a:prstGeom>
        </p:spPr>
        <p:txBody>
          <a:bodyPr lIns="0" tIns="0" rIns="0" bIns="0" anchor="ctr" anchorCtr="0">
            <a:spAutoFit/>
          </a:bodyPr>
          <a:lstStyle>
            <a:lvl1pPr>
              <a:defRPr sz="1000">
                <a:solidFill>
                  <a:schemeClr val="tx1"/>
                </a:solidFill>
                <a:latin typeface="+mn-lt"/>
              </a:defRPr>
            </a:lvl1pPr>
          </a:lstStyle>
          <a:p>
            <a:fld id="{7EAD36D4-32FF-544B-9EC2-1F035E0F636E}" type="slidenum">
              <a:rPr lang="en-US" smtClean="0"/>
              <a:pPr/>
              <a:t>‹#›</a:t>
            </a:fld>
            <a:endParaRPr lang="en-US"/>
          </a:p>
        </p:txBody>
      </p:sp>
      <p:sp>
        <p:nvSpPr>
          <p:cNvPr id="4" name="Footer Placeholder 4">
            <a:extLst>
              <a:ext uri="{FF2B5EF4-FFF2-40B4-BE49-F238E27FC236}">
                <a16:creationId xmlns:a16="http://schemas.microsoft.com/office/drawing/2014/main" id="{CB8CD7CB-4A47-4727-B0E6-CFFDCACF20B8}"/>
              </a:ext>
            </a:extLst>
          </p:cNvPr>
          <p:cNvSpPr>
            <a:spLocks noGrp="1"/>
          </p:cNvSpPr>
          <p:nvPr>
            <p:ph type="ftr" sz="quarter" idx="3"/>
          </p:nvPr>
        </p:nvSpPr>
        <p:spPr bwMode="black">
          <a:xfrm>
            <a:off x="621388" y="6462461"/>
            <a:ext cx="2489464" cy="153888"/>
          </a:xfrm>
          <a:prstGeom prst="rect">
            <a:avLst/>
          </a:prstGeom>
        </p:spPr>
        <p:txBody>
          <a:bodyPr vert="horz" lIns="0" tIns="0" rIns="0" bIns="0" rtlCol="0" anchor="b" anchorCtr="0"/>
          <a:lstStyle>
            <a:lvl1pPr algn="l">
              <a:defRPr sz="1000">
                <a:solidFill>
                  <a:schemeClr val="tx1"/>
                </a:solidFill>
              </a:defRPr>
            </a:lvl1pPr>
          </a:lstStyle>
          <a:p>
            <a:r>
              <a:rPr lang="en-US"/>
              <a:t>HP Private, Confidential for Internal Use Only</a:t>
            </a:r>
          </a:p>
        </p:txBody>
      </p:sp>
    </p:spTree>
    <p:extLst>
      <p:ext uri="{BB962C8B-B14F-4D97-AF65-F5344CB8AC3E}">
        <p14:creationId xmlns:p14="http://schemas.microsoft.com/office/powerpoint/2010/main" val="11641718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arge Statistic">
    <p:bg>
      <p:bgPr>
        <a:solidFill>
          <a:schemeClr val="accent6"/>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E12723C-5406-0349-9FCB-4724CD8B3A53}"/>
              </a:ext>
            </a:extLst>
          </p:cNvPr>
          <p:cNvSpPr>
            <a:spLocks noGrp="1"/>
          </p:cNvSpPr>
          <p:nvPr>
            <p:ph type="body" sz="quarter" idx="11" hasCustomPrompt="1"/>
          </p:nvPr>
        </p:nvSpPr>
        <p:spPr>
          <a:xfrm>
            <a:off x="899319" y="1310878"/>
            <a:ext cx="10393362" cy="3626644"/>
          </a:xfrm>
        </p:spPr>
        <p:txBody>
          <a:bodyPr anchor="t" anchorCtr="0"/>
          <a:lstStyle>
            <a:lvl1pPr marL="0" indent="0" algn="ctr">
              <a:buNone/>
              <a:defRPr sz="30000">
                <a:solidFill>
                  <a:schemeClr val="tx1"/>
                </a:solidFill>
                <a:latin typeface="+mj-lt"/>
              </a:defRPr>
            </a:lvl1pPr>
          </a:lstStyle>
          <a:p>
            <a:pPr lvl="0"/>
            <a:r>
              <a:rPr lang="en-US"/>
              <a:t>100%</a:t>
            </a:r>
          </a:p>
        </p:txBody>
      </p:sp>
      <p:sp>
        <p:nvSpPr>
          <p:cNvPr id="3" name="Text Placeholder 2">
            <a:extLst>
              <a:ext uri="{FF2B5EF4-FFF2-40B4-BE49-F238E27FC236}">
                <a16:creationId xmlns:a16="http://schemas.microsoft.com/office/drawing/2014/main" id="{E6C5FC93-04CE-0248-B494-4EB15CE3FA63}"/>
              </a:ext>
            </a:extLst>
          </p:cNvPr>
          <p:cNvSpPr>
            <a:spLocks noGrp="1"/>
          </p:cNvSpPr>
          <p:nvPr>
            <p:ph type="body" sz="quarter" idx="12" hasCustomPrompt="1"/>
          </p:nvPr>
        </p:nvSpPr>
        <p:spPr>
          <a:xfrm>
            <a:off x="878305" y="5343525"/>
            <a:ext cx="10455442" cy="1270000"/>
          </a:xfrm>
        </p:spPr>
        <p:txBody>
          <a:bodyPr/>
          <a:lstStyle>
            <a:lvl1pPr marL="0" indent="0" algn="ctr">
              <a:buNone/>
              <a:defRPr sz="2800">
                <a:solidFill>
                  <a:schemeClr val="tx1"/>
                </a:solidFill>
              </a:defRPr>
            </a:lvl1pPr>
          </a:lstStyle>
          <a:p>
            <a:pPr lvl="0"/>
            <a:r>
              <a:rPr lang="en-US"/>
              <a:t>Secondary text goes here.</a:t>
            </a:r>
          </a:p>
        </p:txBody>
      </p:sp>
      <p:cxnSp>
        <p:nvCxnSpPr>
          <p:cNvPr id="6" name="Straight Connector 5">
            <a:extLst>
              <a:ext uri="{FF2B5EF4-FFF2-40B4-BE49-F238E27FC236}">
                <a16:creationId xmlns:a16="http://schemas.microsoft.com/office/drawing/2014/main" id="{97F32798-A1C4-B24E-A3C2-B2D66586077E}"/>
              </a:ext>
            </a:extLst>
          </p:cNvPr>
          <p:cNvCxnSpPr>
            <a:cxnSpLocks/>
          </p:cNvCxnSpPr>
          <p:nvPr userDrawn="1"/>
        </p:nvCxnSpPr>
        <p:spPr>
          <a:xfrm>
            <a:off x="-29817" y="4953000"/>
            <a:ext cx="1222181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Slide Number Placeholder 6">
            <a:extLst>
              <a:ext uri="{FF2B5EF4-FFF2-40B4-BE49-F238E27FC236}">
                <a16:creationId xmlns:a16="http://schemas.microsoft.com/office/drawing/2014/main" id="{127B2303-B8A8-4AB6-8445-0182B3B239BC}"/>
              </a:ext>
            </a:extLst>
          </p:cNvPr>
          <p:cNvSpPr>
            <a:spLocks noGrp="1"/>
          </p:cNvSpPr>
          <p:nvPr>
            <p:ph type="sldNum" sz="quarter" idx="13"/>
          </p:nvPr>
        </p:nvSpPr>
        <p:spPr>
          <a:xfrm>
            <a:off x="298450" y="6457053"/>
            <a:ext cx="252409" cy="153888"/>
          </a:xfrm>
          <a:prstGeom prst="rect">
            <a:avLst/>
          </a:prstGeom>
        </p:spPr>
        <p:txBody>
          <a:bodyPr lIns="0" tIns="0" rIns="0" bIns="0" anchor="ctr" anchorCtr="0">
            <a:spAutoFit/>
          </a:bodyPr>
          <a:lstStyle>
            <a:lvl1pPr>
              <a:defRPr sz="1000">
                <a:solidFill>
                  <a:schemeClr val="tx1"/>
                </a:solidFill>
                <a:latin typeface="+mn-lt"/>
              </a:defRPr>
            </a:lvl1pPr>
          </a:lstStyle>
          <a:p>
            <a:fld id="{7EAD36D4-32FF-544B-9EC2-1F035E0F636E}" type="slidenum">
              <a:rPr lang="en-US" smtClean="0"/>
              <a:pPr/>
              <a:t>‹#›</a:t>
            </a:fld>
            <a:endParaRPr lang="en-US"/>
          </a:p>
        </p:txBody>
      </p:sp>
      <p:sp>
        <p:nvSpPr>
          <p:cNvPr id="7" name="logo">
            <a:extLst>
              <a:ext uri="{FF2B5EF4-FFF2-40B4-BE49-F238E27FC236}">
                <a16:creationId xmlns:a16="http://schemas.microsoft.com/office/drawing/2014/main" id="{EC2AB47E-4E64-4CAC-BD63-CA883CC038EB}"/>
              </a:ext>
            </a:extLst>
          </p:cNvPr>
          <p:cNvSpPr>
            <a:spLocks noChangeAspect="1" noEditPoints="1"/>
          </p:cNvSpPr>
          <p:nvPr userDrawn="1"/>
        </p:nvSpPr>
        <p:spPr bwMode="black">
          <a:xfrm>
            <a:off x="11596548" y="6290052"/>
            <a:ext cx="315140" cy="315140"/>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solidFill>
                <a:schemeClr val="tx1"/>
              </a:solidFill>
            </a:endParaRPr>
          </a:p>
        </p:txBody>
      </p:sp>
      <p:sp>
        <p:nvSpPr>
          <p:cNvPr id="8" name="Footer Placeholder 4">
            <a:extLst>
              <a:ext uri="{FF2B5EF4-FFF2-40B4-BE49-F238E27FC236}">
                <a16:creationId xmlns:a16="http://schemas.microsoft.com/office/drawing/2014/main" id="{44ADFDA0-66D5-4FE7-8969-658B1F388C99}"/>
              </a:ext>
            </a:extLst>
          </p:cNvPr>
          <p:cNvSpPr>
            <a:spLocks noGrp="1"/>
          </p:cNvSpPr>
          <p:nvPr>
            <p:ph type="ftr" sz="quarter" idx="3"/>
          </p:nvPr>
        </p:nvSpPr>
        <p:spPr>
          <a:xfrm>
            <a:off x="621388" y="6462461"/>
            <a:ext cx="2534348" cy="153888"/>
          </a:xfrm>
          <a:prstGeom prst="rect">
            <a:avLst/>
          </a:prstGeom>
        </p:spPr>
        <p:txBody>
          <a:bodyPr vert="horz" lIns="0" tIns="0" rIns="0" bIns="0" rtlCol="0" anchor="b" anchorCtr="0"/>
          <a:lstStyle>
            <a:lvl1pPr algn="l">
              <a:defRPr sz="1000">
                <a:solidFill>
                  <a:schemeClr val="tx1"/>
                </a:solidFill>
              </a:defRPr>
            </a:lvl1pPr>
          </a:lstStyle>
          <a:p>
            <a:r>
              <a:rPr lang="en-US"/>
              <a:t>HP Private, Confidential for Internal Use Only</a:t>
            </a:r>
          </a:p>
        </p:txBody>
      </p:sp>
    </p:spTree>
    <p:extLst>
      <p:ext uri="{BB962C8B-B14F-4D97-AF65-F5344CB8AC3E}">
        <p14:creationId xmlns:p14="http://schemas.microsoft.com/office/powerpoint/2010/main" val="20038396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ank You with White Type">
    <p:bg>
      <p:bgPr>
        <a:solidFill>
          <a:schemeClr val="accent4"/>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E5EE755C-97F0-4B69-962B-E045E881D196}"/>
              </a:ext>
            </a:extLst>
          </p:cNvPr>
          <p:cNvSpPr>
            <a:spLocks noGrp="1"/>
          </p:cNvSpPr>
          <p:nvPr>
            <p:ph type="pic" sz="quarter" idx="10" hasCustomPrompt="1"/>
          </p:nvPr>
        </p:nvSpPr>
        <p:spPr>
          <a:xfrm>
            <a:off x="0" y="0"/>
            <a:ext cx="12192000" cy="6858000"/>
          </a:xfrm>
          <a:solidFill>
            <a:schemeClr val="bg1">
              <a:lumMod val="65000"/>
            </a:schemeClr>
          </a:solidFill>
        </p:spPr>
        <p:txBody>
          <a:bodyPr tIns="0" rIns="0" bIns="914400" anchor="ctr" anchorCtr="0"/>
          <a:lstStyle>
            <a:lvl1pPr marL="0" indent="0" algn="ctr">
              <a:buNone/>
              <a:defRPr sz="1600">
                <a:solidFill>
                  <a:schemeClr val="bg1"/>
                </a:solidFill>
              </a:defRPr>
            </a:lvl1pPr>
          </a:lstStyle>
          <a:p>
            <a:r>
              <a:rPr lang="en-US"/>
              <a:t>Click icon to add photo</a:t>
            </a:r>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white">
          <a:xfrm>
            <a:off x="249582" y="116032"/>
            <a:ext cx="11612880" cy="3114060"/>
          </a:xfrm>
          <a:ln>
            <a:noFill/>
          </a:ln>
        </p:spPr>
        <p:txBody>
          <a:bodyPr/>
          <a:lstStyle>
            <a:lvl1pPr marL="0" indent="0">
              <a:lnSpc>
                <a:spcPct val="95000"/>
              </a:lnSpc>
              <a:buNone/>
              <a:defRPr sz="8000">
                <a:solidFill>
                  <a:schemeClr val="bg1"/>
                </a:solidFill>
                <a:latin typeface="+mj-lt"/>
              </a:defRPr>
            </a:lvl1pPr>
          </a:lstStyle>
          <a:p>
            <a:pPr lvl="0"/>
            <a:r>
              <a:rPr lang="en-US"/>
              <a:t>Thank You</a:t>
            </a:r>
          </a:p>
        </p:txBody>
      </p:sp>
    </p:spTree>
    <p:extLst>
      <p:ext uri="{BB962C8B-B14F-4D97-AF65-F5344CB8AC3E}">
        <p14:creationId xmlns:p14="http://schemas.microsoft.com/office/powerpoint/2010/main" val="37604193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 You with Black Type">
    <p:bg>
      <p:bgPr>
        <a:solidFill>
          <a:schemeClr val="accent4"/>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E5EE755C-97F0-4B69-962B-E045E881D196}"/>
              </a:ext>
            </a:extLst>
          </p:cNvPr>
          <p:cNvSpPr>
            <a:spLocks noGrp="1"/>
          </p:cNvSpPr>
          <p:nvPr>
            <p:ph type="pic" sz="quarter" idx="10" hasCustomPrompt="1"/>
          </p:nvPr>
        </p:nvSpPr>
        <p:spPr>
          <a:xfrm>
            <a:off x="0" y="0"/>
            <a:ext cx="12192000" cy="6858000"/>
          </a:xfrm>
          <a:solidFill>
            <a:schemeClr val="bg1">
              <a:lumMod val="65000"/>
            </a:schemeClr>
          </a:solidFill>
        </p:spPr>
        <p:txBody>
          <a:bodyPr tIns="0" rIns="0" bIns="914400" anchor="ctr" anchorCtr="0"/>
          <a:lstStyle>
            <a:lvl1pPr marL="0" indent="0" algn="ctr">
              <a:buNone/>
              <a:defRPr sz="1600">
                <a:solidFill>
                  <a:schemeClr val="bg1"/>
                </a:solidFill>
              </a:defRPr>
            </a:lvl1pPr>
          </a:lstStyle>
          <a:p>
            <a:r>
              <a:rPr lang="en-US"/>
              <a:t>Click icon to add photo</a:t>
            </a:r>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2" y="116032"/>
            <a:ext cx="11612880" cy="3114060"/>
          </a:xfrm>
          <a:ln>
            <a:noFill/>
          </a:ln>
        </p:spPr>
        <p:txBody>
          <a:bodyPr/>
          <a:lstStyle>
            <a:lvl1pPr marL="0" indent="0">
              <a:lnSpc>
                <a:spcPct val="95000"/>
              </a:lnSpc>
              <a:buNone/>
              <a:defRPr sz="8000">
                <a:solidFill>
                  <a:schemeClr val="tx1"/>
                </a:solidFill>
                <a:latin typeface="+mj-lt"/>
              </a:defRPr>
            </a:lvl1pPr>
          </a:lstStyle>
          <a:p>
            <a:pPr lvl="0"/>
            <a:r>
              <a:rPr lang="en-US"/>
              <a:t>Thank You</a:t>
            </a:r>
          </a:p>
        </p:txBody>
      </p:sp>
    </p:spTree>
    <p:extLst>
      <p:ext uri="{BB962C8B-B14F-4D97-AF65-F5344CB8AC3E}">
        <p14:creationId xmlns:p14="http://schemas.microsoft.com/office/powerpoint/2010/main" val="26869285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ank You Slide with Blue Background">
    <p:bg>
      <p:bgPr>
        <a:solidFill>
          <a:schemeClr val="accent6"/>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2" y="116032"/>
            <a:ext cx="11612880" cy="3114060"/>
          </a:xfrm>
          <a:ln>
            <a:noFill/>
          </a:ln>
        </p:spPr>
        <p:txBody>
          <a:bodyPr/>
          <a:lstStyle>
            <a:lvl1pPr marL="0" indent="0">
              <a:lnSpc>
                <a:spcPct val="95000"/>
              </a:lnSpc>
              <a:buNone/>
              <a:defRPr sz="8000">
                <a:solidFill>
                  <a:schemeClr val="tx1"/>
                </a:solidFill>
                <a:latin typeface="+mj-lt"/>
              </a:defRPr>
            </a:lvl1pPr>
          </a:lstStyle>
          <a:p>
            <a:pPr lvl="0"/>
            <a:r>
              <a:rPr lang="en-US"/>
              <a:t>Thank You</a:t>
            </a:r>
          </a:p>
        </p:txBody>
      </p:sp>
      <p:cxnSp>
        <p:nvCxnSpPr>
          <p:cNvPr id="4" name="Straight Connector 3">
            <a:extLst>
              <a:ext uri="{FF2B5EF4-FFF2-40B4-BE49-F238E27FC236}">
                <a16:creationId xmlns:a16="http://schemas.microsoft.com/office/drawing/2014/main" id="{96AD1017-FE5C-470F-979A-B8E90BD767CE}"/>
              </a:ext>
            </a:extLst>
          </p:cNvPr>
          <p:cNvCxnSpPr>
            <a:cxnSpLocks/>
          </p:cNvCxnSpPr>
          <p:nvPr userDrawn="1"/>
        </p:nvCxnSpPr>
        <p:spPr bwMode="black">
          <a:xfrm>
            <a:off x="0" y="135353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logo">
            <a:extLst>
              <a:ext uri="{FF2B5EF4-FFF2-40B4-BE49-F238E27FC236}">
                <a16:creationId xmlns:a16="http://schemas.microsoft.com/office/drawing/2014/main" id="{F10EAB7B-87E2-481C-BCC7-ED1C587C1841}"/>
              </a:ext>
            </a:extLst>
          </p:cNvPr>
          <p:cNvSpPr>
            <a:spLocks noChangeAspect="1" noEditPoints="1"/>
          </p:cNvSpPr>
          <p:nvPr userDrawn="1"/>
        </p:nvSpPr>
        <p:spPr bwMode="gray">
          <a:xfrm>
            <a:off x="285242" y="5862684"/>
            <a:ext cx="722492" cy="722489"/>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a:p>
        </p:txBody>
      </p:sp>
    </p:spTree>
    <p:extLst>
      <p:ext uri="{BB962C8B-B14F-4D97-AF65-F5344CB8AC3E}">
        <p14:creationId xmlns:p14="http://schemas.microsoft.com/office/powerpoint/2010/main" val="6851404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ogo ">
    <p:bg>
      <p:bgPr>
        <a:solidFill>
          <a:schemeClr val="accent6"/>
        </a:solidFill>
        <a:effectLst/>
      </p:bgPr>
    </p:bg>
    <p:spTree>
      <p:nvGrpSpPr>
        <p:cNvPr id="1" name=""/>
        <p:cNvGrpSpPr/>
        <p:nvPr/>
      </p:nvGrpSpPr>
      <p:grpSpPr>
        <a:xfrm>
          <a:off x="0" y="0"/>
          <a:ext cx="0" cy="0"/>
          <a:chOff x="0" y="0"/>
          <a:chExt cx="0" cy="0"/>
        </a:xfrm>
      </p:grpSpPr>
      <p:sp>
        <p:nvSpPr>
          <p:cNvPr id="4" name="logo">
            <a:extLst>
              <a:ext uri="{FF2B5EF4-FFF2-40B4-BE49-F238E27FC236}">
                <a16:creationId xmlns:a16="http://schemas.microsoft.com/office/drawing/2014/main" id="{484E96F8-EFE7-4607-AF1C-0FB4EC8B18A7}"/>
              </a:ext>
            </a:extLst>
          </p:cNvPr>
          <p:cNvSpPr>
            <a:spLocks noChangeAspect="1" noEditPoints="1"/>
          </p:cNvSpPr>
          <p:nvPr userDrawn="1"/>
        </p:nvSpPr>
        <p:spPr bwMode="gray">
          <a:xfrm>
            <a:off x="4275617" y="1602475"/>
            <a:ext cx="3646141" cy="3646134"/>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a:p>
        </p:txBody>
      </p:sp>
    </p:spTree>
    <p:extLst>
      <p:ext uri="{BB962C8B-B14F-4D97-AF65-F5344CB8AC3E}">
        <p14:creationId xmlns:p14="http://schemas.microsoft.com/office/powerpoint/2010/main" val="14923266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94892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Quote &amp; Content ">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DD02BB2-A349-B449-B34B-9F8A7EDCAE6A}"/>
              </a:ext>
            </a:extLst>
          </p:cNvPr>
          <p:cNvSpPr/>
          <p:nvPr userDrawn="1"/>
        </p:nvSpPr>
        <p:spPr bwMode="ltGray">
          <a:xfrm>
            <a:off x="0" y="0"/>
            <a:ext cx="6096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
            <a:extLst>
              <a:ext uri="{FF2B5EF4-FFF2-40B4-BE49-F238E27FC236}">
                <a16:creationId xmlns:a16="http://schemas.microsoft.com/office/drawing/2014/main" id="{D18F3173-9FEE-4E7C-BA45-2930862CFED5}"/>
              </a:ext>
            </a:extLst>
          </p:cNvPr>
          <p:cNvSpPr>
            <a:spLocks noGrp="1"/>
          </p:cNvSpPr>
          <p:nvPr>
            <p:ph type="title" hasCustomPrompt="1"/>
          </p:nvPr>
        </p:nvSpPr>
        <p:spPr>
          <a:xfrm>
            <a:off x="298808" y="271726"/>
            <a:ext cx="5542434" cy="2995435"/>
          </a:xfrm>
        </p:spPr>
        <p:txBody>
          <a:bodyPr anchor="t" anchorCtr="0">
            <a:spAutoFit/>
          </a:bodyPr>
          <a:lstStyle/>
          <a:p>
            <a:r>
              <a:rPr lang="en-US"/>
              <a:t>Shout out some text from the body, quote.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16" name="Text Placeholder 2">
            <a:extLst>
              <a:ext uri="{FF2B5EF4-FFF2-40B4-BE49-F238E27FC236}">
                <a16:creationId xmlns:a16="http://schemas.microsoft.com/office/drawing/2014/main" id="{DBE5A314-1DF1-4E3E-AE3B-581320FCAF46}"/>
              </a:ext>
            </a:extLst>
          </p:cNvPr>
          <p:cNvSpPr>
            <a:spLocks noGrp="1"/>
          </p:cNvSpPr>
          <p:nvPr>
            <p:ph type="body" idx="31" hasCustomPrompt="1"/>
          </p:nvPr>
        </p:nvSpPr>
        <p:spPr>
          <a:xfrm>
            <a:off x="6346787" y="4638422"/>
            <a:ext cx="5552445" cy="975395"/>
          </a:xfrm>
        </p:spPr>
        <p:txBody>
          <a:bodyPr wrap="square" anchor="t" anchorCtr="0">
            <a:spAutoFit/>
          </a:bodyPr>
          <a:lstStyle>
            <a:lvl1pPr marL="0" indent="0">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11" name="Text Placeholder 2">
            <a:extLst>
              <a:ext uri="{FF2B5EF4-FFF2-40B4-BE49-F238E27FC236}">
                <a16:creationId xmlns:a16="http://schemas.microsoft.com/office/drawing/2014/main" id="{69680A59-037D-4A5F-BB28-A920C7624C7D}"/>
              </a:ext>
            </a:extLst>
          </p:cNvPr>
          <p:cNvSpPr>
            <a:spLocks noGrp="1"/>
          </p:cNvSpPr>
          <p:nvPr>
            <p:ph type="body" idx="30" hasCustomPrompt="1"/>
          </p:nvPr>
        </p:nvSpPr>
        <p:spPr>
          <a:xfrm>
            <a:off x="6346787" y="2561794"/>
            <a:ext cx="5552445" cy="975395"/>
          </a:xfrm>
        </p:spPr>
        <p:txBody>
          <a:bodyPr wrap="square" anchor="t" anchorCtr="0">
            <a:spAutoFit/>
          </a:bodyPr>
          <a:lstStyle>
            <a:lvl1pPr marL="0" indent="0">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10" name="Text Placeholder 2">
            <a:extLst>
              <a:ext uri="{FF2B5EF4-FFF2-40B4-BE49-F238E27FC236}">
                <a16:creationId xmlns:a16="http://schemas.microsoft.com/office/drawing/2014/main" id="{D2ED2737-DE91-4117-9C84-0E7FAF9F7B6E}"/>
              </a:ext>
            </a:extLst>
          </p:cNvPr>
          <p:cNvSpPr>
            <a:spLocks noGrp="1"/>
          </p:cNvSpPr>
          <p:nvPr>
            <p:ph type="body" idx="1" hasCustomPrompt="1"/>
          </p:nvPr>
        </p:nvSpPr>
        <p:spPr>
          <a:xfrm>
            <a:off x="6346787" y="488852"/>
            <a:ext cx="5552445" cy="975395"/>
          </a:xfrm>
        </p:spPr>
        <p:txBody>
          <a:bodyPr wrap="square" anchor="t" anchorCtr="0">
            <a:spAutoFit/>
          </a:bodyPr>
          <a:lstStyle>
            <a:lvl1pPr marL="0" indent="0">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cxnSp>
        <p:nvCxnSpPr>
          <p:cNvPr id="12" name="Straight Connector 11">
            <a:extLst>
              <a:ext uri="{FF2B5EF4-FFF2-40B4-BE49-F238E27FC236}">
                <a16:creationId xmlns:a16="http://schemas.microsoft.com/office/drawing/2014/main" id="{B7451BD1-7885-6846-BAD1-AB34202EA6A8}"/>
              </a:ext>
            </a:extLst>
          </p:cNvPr>
          <p:cNvCxnSpPr>
            <a:cxnSpLocks/>
          </p:cNvCxnSpPr>
          <p:nvPr userDrawn="1"/>
        </p:nvCxnSpPr>
        <p:spPr>
          <a:xfrm>
            <a:off x="6346787" y="391161"/>
            <a:ext cx="555040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5DF1EEF-4D48-764E-B3F0-3142577D7CEE}"/>
              </a:ext>
            </a:extLst>
          </p:cNvPr>
          <p:cNvCxnSpPr>
            <a:cxnSpLocks/>
          </p:cNvCxnSpPr>
          <p:nvPr userDrawn="1"/>
        </p:nvCxnSpPr>
        <p:spPr>
          <a:xfrm>
            <a:off x="6346787" y="2459244"/>
            <a:ext cx="555040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C1EEDB6-380D-D349-8935-4065BB038B99}"/>
              </a:ext>
            </a:extLst>
          </p:cNvPr>
          <p:cNvCxnSpPr>
            <a:cxnSpLocks/>
          </p:cNvCxnSpPr>
          <p:nvPr userDrawn="1"/>
        </p:nvCxnSpPr>
        <p:spPr>
          <a:xfrm>
            <a:off x="6346787" y="4535872"/>
            <a:ext cx="555040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Slide Number Placeholder 6">
            <a:extLst>
              <a:ext uri="{FF2B5EF4-FFF2-40B4-BE49-F238E27FC236}">
                <a16:creationId xmlns:a16="http://schemas.microsoft.com/office/drawing/2014/main" id="{E3BD8230-1636-4B69-B199-B2F33AD4C66B}"/>
              </a:ext>
            </a:extLst>
          </p:cNvPr>
          <p:cNvSpPr>
            <a:spLocks noGrp="1"/>
          </p:cNvSpPr>
          <p:nvPr>
            <p:ph type="sldNum" sz="quarter" idx="12"/>
          </p:nvPr>
        </p:nvSpPr>
        <p:spPr>
          <a:xfrm>
            <a:off x="298450" y="6457053"/>
            <a:ext cx="252409" cy="153888"/>
          </a:xfrm>
          <a:prstGeom prst="rect">
            <a:avLst/>
          </a:prstGeom>
        </p:spPr>
        <p:txBody>
          <a:bodyPr lIns="0" tIns="0" rIns="0" bIns="0" anchor="ctr" anchorCtr="0">
            <a:spAutoFit/>
          </a:bodyPr>
          <a:lstStyle>
            <a:lvl1pPr>
              <a:defRPr sz="1000">
                <a:latin typeface="+mn-lt"/>
              </a:defRPr>
            </a:lvl1pPr>
          </a:lstStyle>
          <a:p>
            <a:pPr algn="l"/>
            <a:fld id="{7EAD36D4-32FF-544B-9EC2-1F035E0F636E}" type="slidenum">
              <a:rPr lang="en-US" smtClean="0">
                <a:solidFill>
                  <a:schemeClr val="tx1"/>
                </a:solidFill>
              </a:rPr>
              <a:pPr algn="l"/>
              <a:t>‹#›</a:t>
            </a:fld>
            <a:endParaRPr lang="en-US">
              <a:solidFill>
                <a:schemeClr val="tx1"/>
              </a:solidFill>
            </a:endParaRPr>
          </a:p>
        </p:txBody>
      </p:sp>
      <p:sp>
        <p:nvSpPr>
          <p:cNvPr id="15" name="logo">
            <a:extLst>
              <a:ext uri="{FF2B5EF4-FFF2-40B4-BE49-F238E27FC236}">
                <a16:creationId xmlns:a16="http://schemas.microsoft.com/office/drawing/2014/main" id="{804198A0-9170-4DEF-B615-97572D19613A}"/>
              </a:ext>
            </a:extLst>
          </p:cNvPr>
          <p:cNvSpPr>
            <a:spLocks noChangeAspect="1" noEditPoints="1"/>
          </p:cNvSpPr>
          <p:nvPr userDrawn="1"/>
        </p:nvSpPr>
        <p:spPr bwMode="gray">
          <a:xfrm>
            <a:off x="11596548" y="6290052"/>
            <a:ext cx="315140" cy="315140"/>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7" name="Footer Placeholder 4">
            <a:extLst>
              <a:ext uri="{FF2B5EF4-FFF2-40B4-BE49-F238E27FC236}">
                <a16:creationId xmlns:a16="http://schemas.microsoft.com/office/drawing/2014/main" id="{EEEB30A6-DBAF-4079-A65D-DA2CF5CA6CE3}"/>
              </a:ext>
            </a:extLst>
          </p:cNvPr>
          <p:cNvSpPr>
            <a:spLocks noGrp="1"/>
          </p:cNvSpPr>
          <p:nvPr>
            <p:ph type="ftr" sz="quarter" idx="3"/>
          </p:nvPr>
        </p:nvSpPr>
        <p:spPr>
          <a:xfrm>
            <a:off x="621388" y="6462461"/>
            <a:ext cx="2489464" cy="153888"/>
          </a:xfrm>
          <a:prstGeom prst="rect">
            <a:avLst/>
          </a:prstGeom>
        </p:spPr>
        <p:txBody>
          <a:bodyPr vert="horz" lIns="0" tIns="0" rIns="0" bIns="0" rtlCol="0" anchor="b" anchorCtr="0"/>
          <a:lstStyle>
            <a:lvl1pPr algn="l">
              <a:defRPr sz="1000">
                <a:solidFill>
                  <a:schemeClr val="tx1"/>
                </a:solidFill>
              </a:defRPr>
            </a:lvl1pPr>
          </a:lstStyle>
          <a:p>
            <a:r>
              <a:rPr lang="en-US"/>
              <a:t>HP Private, Confidential for Internal Use Only</a:t>
            </a:r>
          </a:p>
        </p:txBody>
      </p:sp>
    </p:spTree>
    <p:extLst>
      <p:ext uri="{BB962C8B-B14F-4D97-AF65-F5344CB8AC3E}">
        <p14:creationId xmlns:p14="http://schemas.microsoft.com/office/powerpoint/2010/main" val="5137447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Title and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1272F1CD-D694-4DE7-B6EB-592AE1A117F2}" type="datetime1">
              <a:rPr lang="en-US"/>
              <a:t>5/15/2026</a:t>
            </a:fld>
            <a:endParaRPr/>
          </a:p>
        </p:txBody>
      </p:sp>
      <p:sp>
        <p:nvSpPr>
          <p:cNvPr id="4" name="Footer Placeholder 3"/>
          <p:cNvSpPr>
            <a:spLocks noGrp="1"/>
          </p:cNvSpPr>
          <p:nvPr>
            <p:ph type="ftr" sz="quarter" idx="11"/>
          </p:nvPr>
        </p:nvSpPr>
        <p:spPr>
          <a:xfrm>
            <a:off x="581967" y="6452028"/>
            <a:ext cx="65" cy="153888"/>
          </a:xfrm>
        </p:spPr>
        <p:txBody>
          <a:bodyPr/>
          <a:lstStyle/>
          <a:p>
            <a:endParaRPr/>
          </a:p>
        </p:txBody>
      </p:sp>
      <p:sp>
        <p:nvSpPr>
          <p:cNvPr id="5" name="Slide Number Placeholder 4"/>
          <p:cNvSpPr>
            <a:spLocks noGrp="1"/>
          </p:cNvSpPr>
          <p:nvPr>
            <p:ph type="sldNum" sz="quarter" idx="12"/>
          </p:nvPr>
        </p:nvSpPr>
        <p:spPr/>
        <p:txBody>
          <a:bodyPr/>
          <a:lstStyle/>
          <a:p>
            <a:fld id="{00DE720E-C72B-42F0-AD69-52D60E3C605E}" type="slidenum">
              <a:rPr/>
              <a:t>‹#›</a:t>
            </a:fld>
            <a:endParaRPr/>
          </a:p>
        </p:txBody>
      </p:sp>
      <p:sp>
        <p:nvSpPr>
          <p:cNvPr id="6" name="Text Placeholder 7"/>
          <p:cNvSpPr>
            <a:spLocks noGrp="1"/>
          </p:cNvSpPr>
          <p:nvPr>
            <p:ph type="body" sz="quarter" idx="13" hasCustomPrompt="1"/>
          </p:nvPr>
        </p:nvSpPr>
        <p:spPr>
          <a:xfrm>
            <a:off x="609600" y="1133856"/>
            <a:ext cx="10972801" cy="260574"/>
          </a:xfrm>
        </p:spPr>
        <p:txBody>
          <a:bodyPr>
            <a:noAutofit/>
          </a:bodyPr>
          <a:lstStyle>
            <a:lvl1pPr marL="0" indent="0">
              <a:spcBef>
                <a:spcPts val="0"/>
              </a:spcBef>
              <a:buNone/>
              <a:defRPr sz="1800">
                <a:solidFill>
                  <a:schemeClr val="accent1"/>
                </a:solidFill>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t>Click to add subtitle</a:t>
            </a:r>
          </a:p>
        </p:txBody>
      </p:sp>
    </p:spTree>
    <p:extLst>
      <p:ext uri="{BB962C8B-B14F-4D97-AF65-F5344CB8AC3E}">
        <p14:creationId xmlns:p14="http://schemas.microsoft.com/office/powerpoint/2010/main" val="4247020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3214"/>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29215745"/>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2" name="Object 1" hidden="1"/>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3215" name="Google Shape;3215;p406"/>
          <p:cNvSpPr txBox="1">
            <a:spLocks noGrp="1"/>
          </p:cNvSpPr>
          <p:nvPr>
            <p:ph type="title"/>
          </p:nvPr>
        </p:nvSpPr>
        <p:spPr>
          <a:xfrm>
            <a:off x="609600" y="304800"/>
            <a:ext cx="10972801" cy="762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1800"/>
              <a:buNone/>
              <a:defRPr>
                <a:latin typeface="HP Simplified Light" panose="020B0404020204020204" pitchFamily="34" charset="0"/>
                <a:sym typeface="HP Simplified Light" panose="020B0404020204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16" name="Google Shape;3216;p406"/>
          <p:cNvSpPr txBox="1">
            <a:spLocks noGrp="1"/>
          </p:cNvSpPr>
          <p:nvPr>
            <p:ph type="dt" idx="10"/>
          </p:nvPr>
        </p:nvSpPr>
        <p:spPr>
          <a:xfrm>
            <a:off x="5283201" y="6478524"/>
            <a:ext cx="812800" cy="219456"/>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atin typeface="HP Simplified Light" panose="020B0404020204020204" pitchFamily="34" charset="0"/>
                <a:sym typeface="HP Simplified Light" panose="020B0404020204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3217" name="Google Shape;3217;p406"/>
          <p:cNvSpPr txBox="1">
            <a:spLocks noGrp="1"/>
          </p:cNvSpPr>
          <p:nvPr>
            <p:ph type="ftr" idx="11"/>
          </p:nvPr>
        </p:nvSpPr>
        <p:spPr>
          <a:xfrm>
            <a:off x="609599" y="6478524"/>
            <a:ext cx="4573191" cy="219456"/>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atin typeface="HP Simplified Light" panose="020B0404020204020204" pitchFamily="34" charset="0"/>
                <a:sym typeface="HP Simplified Light" panose="020B0404020204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3218" name="Google Shape;3218;p406"/>
          <p:cNvSpPr txBox="1">
            <a:spLocks noGrp="1"/>
          </p:cNvSpPr>
          <p:nvPr>
            <p:ph type="sldNum" idx="12"/>
          </p:nvPr>
        </p:nvSpPr>
        <p:spPr>
          <a:xfrm>
            <a:off x="211667" y="6478524"/>
            <a:ext cx="304800" cy="219456"/>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A7B1B1"/>
                </a:solidFill>
                <a:latin typeface="HP Simplified Light" panose="020B0404020204020204" pitchFamily="34" charset="0"/>
                <a:ea typeface="HP Simplified Light" panose="020B0404020204020204" pitchFamily="34" charset="0"/>
                <a:cs typeface="Arial"/>
                <a:sym typeface="HP Simplified Light" panose="020B0404020204020204" pitchFamily="34" charset="0"/>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A7B1B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A7B1B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A7B1B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A7B1B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A7B1B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A7B1B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A7B1B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A7B1B1"/>
                </a:solidFill>
                <a:latin typeface="Arial"/>
                <a:ea typeface="Arial"/>
                <a:cs typeface="Arial"/>
                <a:sym typeface="Arial"/>
              </a:defRPr>
            </a:lvl9pPr>
          </a:lstStyle>
          <a:p>
            <a:fld id="{00000000-1234-1234-1234-123412341234}" type="slidenum">
              <a:rPr lang="en-US" smtClean="0"/>
              <a:pPr/>
              <a:t>‹#›</a:t>
            </a:fld>
            <a:endParaRPr lang="en-US"/>
          </a:p>
        </p:txBody>
      </p:sp>
      <p:sp>
        <p:nvSpPr>
          <p:cNvPr id="3219" name="Google Shape;3219;p406"/>
          <p:cNvSpPr txBox="1">
            <a:spLocks noGrp="1"/>
          </p:cNvSpPr>
          <p:nvPr>
            <p:ph type="body" idx="1"/>
          </p:nvPr>
        </p:nvSpPr>
        <p:spPr>
          <a:xfrm>
            <a:off x="609600" y="1133856"/>
            <a:ext cx="10972801" cy="274320"/>
          </a:xfrm>
          <a:prstGeom prst="rect">
            <a:avLst/>
          </a:prstGeom>
          <a:noFill/>
          <a:ln>
            <a:noFill/>
          </a:ln>
        </p:spPr>
        <p:txBody>
          <a:bodyPr spcFirstLastPara="1" wrap="square" lIns="0" tIns="0" rIns="0" bIns="0" anchor="t" anchorCtr="0">
            <a:noAutofit/>
          </a:bodyPr>
          <a:lstStyle>
            <a:lvl1pPr marL="0" lvl="0" indent="0" algn="l">
              <a:lnSpc>
                <a:spcPct val="90000"/>
              </a:lnSpc>
              <a:spcBef>
                <a:spcPts val="0"/>
              </a:spcBef>
              <a:spcAft>
                <a:spcPts val="0"/>
              </a:spcAft>
              <a:buSzPts val="1800"/>
              <a:buNone/>
              <a:defRPr sz="1600" b="1">
                <a:solidFill>
                  <a:schemeClr val="accent1"/>
                </a:solidFill>
                <a:latin typeface="HP Simplified Light" panose="020B0404020204020204" pitchFamily="34" charset="0"/>
                <a:sym typeface="HP Simplified Light" panose="020B0404020204020204" pitchFamily="34" charset="0"/>
              </a:defRPr>
            </a:lvl1pPr>
            <a:lvl2pPr marL="914400" lvl="1" indent="-228600" algn="l">
              <a:lnSpc>
                <a:spcPct val="90000"/>
              </a:lnSpc>
              <a:spcBef>
                <a:spcPts val="0"/>
              </a:spcBef>
              <a:spcAft>
                <a:spcPts val="0"/>
              </a:spcAft>
              <a:buSzPts val="1440"/>
              <a:buNone/>
              <a:defRPr sz="1800"/>
            </a:lvl2pPr>
            <a:lvl3pPr marL="1371600" lvl="2" indent="-228600" algn="l">
              <a:lnSpc>
                <a:spcPct val="90000"/>
              </a:lnSpc>
              <a:spcBef>
                <a:spcPts val="0"/>
              </a:spcBef>
              <a:spcAft>
                <a:spcPts val="0"/>
              </a:spcAft>
              <a:buSzPts val="1800"/>
              <a:buNone/>
              <a:defRPr sz="1800"/>
            </a:lvl3pPr>
            <a:lvl4pPr marL="1828800" lvl="3" indent="-228600" algn="l">
              <a:lnSpc>
                <a:spcPct val="90000"/>
              </a:lnSpc>
              <a:spcBef>
                <a:spcPts val="0"/>
              </a:spcBef>
              <a:spcAft>
                <a:spcPts val="0"/>
              </a:spcAft>
              <a:buSzPts val="1440"/>
              <a:buNone/>
              <a:defRPr sz="1800"/>
            </a:lvl4pPr>
            <a:lvl5pPr marL="2286000" lvl="4" indent="-228600" algn="l">
              <a:lnSpc>
                <a:spcPct val="90000"/>
              </a:lnSpc>
              <a:spcBef>
                <a:spcPts val="0"/>
              </a:spcBef>
              <a:spcAft>
                <a:spcPts val="0"/>
              </a:spcAft>
              <a:buSzPts val="1800"/>
              <a:buNone/>
              <a:defRPr sz="1800"/>
            </a:lvl5pPr>
            <a:lvl6pPr marL="2743200" lvl="5" indent="-228600" algn="l">
              <a:lnSpc>
                <a:spcPct val="90000"/>
              </a:lnSpc>
              <a:spcBef>
                <a:spcPts val="0"/>
              </a:spcBef>
              <a:spcAft>
                <a:spcPts val="0"/>
              </a:spcAft>
              <a:buSzPts val="1440"/>
              <a:buNone/>
              <a:defRPr sz="1800"/>
            </a:lvl6pPr>
            <a:lvl7pPr marL="3200400" lvl="6" indent="-228600" algn="l">
              <a:lnSpc>
                <a:spcPct val="90000"/>
              </a:lnSpc>
              <a:spcBef>
                <a:spcPts val="0"/>
              </a:spcBef>
              <a:spcAft>
                <a:spcPts val="0"/>
              </a:spcAft>
              <a:buSzPts val="1800"/>
              <a:buNone/>
              <a:defRPr sz="1800"/>
            </a:lvl7pPr>
            <a:lvl8pPr marL="3657600" lvl="7" indent="-228600" algn="l">
              <a:lnSpc>
                <a:spcPct val="90000"/>
              </a:lnSpc>
              <a:spcBef>
                <a:spcPts val="0"/>
              </a:spcBef>
              <a:spcAft>
                <a:spcPts val="0"/>
              </a:spcAft>
              <a:buSzPts val="1440"/>
              <a:buNone/>
              <a:defRPr sz="1800"/>
            </a:lvl8pPr>
            <a:lvl9pPr marL="4114800" lvl="8" indent="-228600" algn="l">
              <a:lnSpc>
                <a:spcPct val="90000"/>
              </a:lnSpc>
              <a:spcBef>
                <a:spcPts val="0"/>
              </a:spcBef>
              <a:spcAft>
                <a:spcPts val="0"/>
              </a:spcAft>
              <a:buSzPts val="1800"/>
              <a:buNone/>
              <a:defRPr sz="1800"/>
            </a:lvl9pPr>
          </a:lstStyle>
          <a:p>
            <a:endParaRPr/>
          </a:p>
        </p:txBody>
      </p:sp>
      <p:sp>
        <p:nvSpPr>
          <p:cNvPr id="3220" name="Google Shape;3220;p406"/>
          <p:cNvSpPr txBox="1">
            <a:spLocks noGrp="1"/>
          </p:cNvSpPr>
          <p:nvPr>
            <p:ph type="body" idx="2"/>
          </p:nvPr>
        </p:nvSpPr>
        <p:spPr>
          <a:xfrm>
            <a:off x="609600" y="1676401"/>
            <a:ext cx="10972801" cy="4419601"/>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200"/>
              </a:spcBef>
              <a:spcAft>
                <a:spcPts val="0"/>
              </a:spcAft>
              <a:buSzPts val="1800"/>
              <a:buChar char="•"/>
              <a:defRPr>
                <a:latin typeface="HP Simplified Light" panose="020B0404020204020204" pitchFamily="34" charset="0"/>
                <a:sym typeface="HP Simplified Light" panose="020B0404020204020204" pitchFamily="34" charset="0"/>
              </a:defRPr>
            </a:lvl1pPr>
            <a:lvl2pPr marL="914400" lvl="1" indent="-320040" algn="l">
              <a:lnSpc>
                <a:spcPct val="90000"/>
              </a:lnSpc>
              <a:spcBef>
                <a:spcPts val="800"/>
              </a:spcBef>
              <a:spcAft>
                <a:spcPts val="0"/>
              </a:spcAft>
              <a:buSzPts val="1440"/>
              <a:buChar char="–"/>
              <a:defRPr/>
            </a:lvl2pPr>
            <a:lvl3pPr marL="1371600" lvl="2" indent="-342900" algn="l">
              <a:lnSpc>
                <a:spcPct val="90000"/>
              </a:lnSpc>
              <a:spcBef>
                <a:spcPts val="600"/>
              </a:spcBef>
              <a:spcAft>
                <a:spcPts val="0"/>
              </a:spcAft>
              <a:buSzPts val="1800"/>
              <a:buChar char="•"/>
              <a:defRPr/>
            </a:lvl3pPr>
            <a:lvl4pPr marL="1828800" lvl="3" indent="-320039" algn="l">
              <a:lnSpc>
                <a:spcPct val="90000"/>
              </a:lnSpc>
              <a:spcBef>
                <a:spcPts val="600"/>
              </a:spcBef>
              <a:spcAft>
                <a:spcPts val="0"/>
              </a:spcAft>
              <a:buSzPts val="1440"/>
              <a:buChar char="–"/>
              <a:defRPr/>
            </a:lvl4pPr>
            <a:lvl5pPr marL="2286000" lvl="4" indent="-342900" algn="l">
              <a:lnSpc>
                <a:spcPct val="90000"/>
              </a:lnSpc>
              <a:spcBef>
                <a:spcPts val="600"/>
              </a:spcBef>
              <a:spcAft>
                <a:spcPts val="0"/>
              </a:spcAft>
              <a:buSzPts val="1800"/>
              <a:buChar char="•"/>
              <a:defRPr/>
            </a:lvl5pPr>
            <a:lvl6pPr marL="2743200" lvl="5" indent="-320039" algn="l">
              <a:lnSpc>
                <a:spcPct val="90000"/>
              </a:lnSpc>
              <a:spcBef>
                <a:spcPts val="600"/>
              </a:spcBef>
              <a:spcAft>
                <a:spcPts val="0"/>
              </a:spcAft>
              <a:buSzPts val="1440"/>
              <a:buChar char="–"/>
              <a:defRPr/>
            </a:lvl6pPr>
            <a:lvl7pPr marL="3200400" lvl="6" indent="-342900" algn="l">
              <a:lnSpc>
                <a:spcPct val="90000"/>
              </a:lnSpc>
              <a:spcBef>
                <a:spcPts val="600"/>
              </a:spcBef>
              <a:spcAft>
                <a:spcPts val="0"/>
              </a:spcAft>
              <a:buSzPts val="1800"/>
              <a:buChar char="•"/>
              <a:defRPr/>
            </a:lvl7pPr>
            <a:lvl8pPr marL="3657600" lvl="7" indent="-320040" algn="l">
              <a:lnSpc>
                <a:spcPct val="90000"/>
              </a:lnSpc>
              <a:spcBef>
                <a:spcPts val="600"/>
              </a:spcBef>
              <a:spcAft>
                <a:spcPts val="0"/>
              </a:spcAft>
              <a:buSzPts val="1440"/>
              <a:buChar char="–"/>
              <a:defRPr/>
            </a:lvl8pPr>
            <a:lvl9pPr marL="4114800" lvl="8" indent="-342900" algn="l">
              <a:lnSpc>
                <a:spcPct val="90000"/>
              </a:lnSpc>
              <a:spcBef>
                <a:spcPts val="600"/>
              </a:spcBef>
              <a:spcAft>
                <a:spcPts val="0"/>
              </a:spcAft>
              <a:buSzPts val="1800"/>
              <a:buChar char="•"/>
              <a:defRPr/>
            </a:lvl9pPr>
          </a:lstStyle>
          <a:p>
            <a:endParaRPr/>
          </a:p>
        </p:txBody>
      </p:sp>
    </p:spTree>
    <p:extLst>
      <p:ext uri="{BB962C8B-B14F-4D97-AF65-F5344CB8AC3E}">
        <p14:creationId xmlns:p14="http://schemas.microsoft.com/office/powerpoint/2010/main" val="293851398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312A2CB-2DAA-4007-9BEA-8A6A61007A88}"/>
              </a:ext>
            </a:extLst>
          </p:cNvPr>
          <p:cNvGraphicFramePr>
            <a:graphicFrameLocks noChangeAspect="1"/>
          </p:cNvGraphicFramePr>
          <p:nvPr userDrawn="1">
            <p:custDataLst>
              <p:tags r:id="rId1"/>
            </p:custDataLst>
          </p:nvPr>
        </p:nvGraphicFramePr>
        <p:xfrm>
          <a:off x="1589" y="1590"/>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a:extLst>
                          <a:ext uri="{FF2B5EF4-FFF2-40B4-BE49-F238E27FC236}">
                            <a16:creationId xmlns:a16="http://schemas.microsoft.com/office/drawing/2014/main" id="{8312A2CB-2DAA-4007-9BEA-8A6A61007A88}"/>
                          </a:ext>
                        </a:extLst>
                      </p:cNvPr>
                      <p:cNvPicPr/>
                      <p:nvPr/>
                    </p:nvPicPr>
                    <p:blipFill>
                      <a:blip r:embed="rId4"/>
                      <a:stretch>
                        <a:fillRect/>
                      </a:stretch>
                    </p:blipFill>
                    <p:spPr>
                      <a:xfrm>
                        <a:off x="1589" y="1590"/>
                        <a:ext cx="1587" cy="1587"/>
                      </a:xfrm>
                      <a:prstGeom prst="rect">
                        <a:avLst/>
                      </a:prstGeom>
                    </p:spPr>
                  </p:pic>
                </p:oleObj>
              </mc:Fallback>
            </mc:AlternateContent>
          </a:graphicData>
        </a:graphic>
      </p:graphicFrame>
      <p:sp>
        <p:nvSpPr>
          <p:cNvPr id="9" name="Rectangle 8"/>
          <p:cNvSpPr/>
          <p:nvPr userDrawn="1"/>
        </p:nvSpPr>
        <p:spPr>
          <a:xfrm>
            <a:off x="126817" y="122037"/>
            <a:ext cx="11938370" cy="6613931"/>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dirty="0"/>
          </a:p>
        </p:txBody>
      </p:sp>
      <p:pic>
        <p:nvPicPr>
          <p:cNvPr id="10" name="Picture 9"/>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732509" y="6404810"/>
            <a:ext cx="280416" cy="280416"/>
          </a:xfrm>
          <a:prstGeom prst="rect">
            <a:avLst/>
          </a:prstGeom>
        </p:spPr>
      </p:pic>
    </p:spTree>
    <p:extLst>
      <p:ext uri="{BB962C8B-B14F-4D97-AF65-F5344CB8AC3E}">
        <p14:creationId xmlns:p14="http://schemas.microsoft.com/office/powerpoint/2010/main" val="397506893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7093DF8A-E70A-41A2-B536-DAD99DAC12C5}"/>
              </a:ext>
            </a:extLst>
          </p:cNvPr>
          <p:cNvSpPr>
            <a:spLocks noGrp="1"/>
          </p:cNvSpPr>
          <p:nvPr>
            <p:ph type="ftr" sz="quarter" idx="3"/>
          </p:nvPr>
        </p:nvSpPr>
        <p:spPr>
          <a:xfrm>
            <a:off x="581967" y="6452028"/>
            <a:ext cx="2489464" cy="153888"/>
          </a:xfrm>
          <a:prstGeom prst="rect">
            <a:avLst/>
          </a:prstGeom>
        </p:spPr>
        <p:txBody>
          <a:bodyPr vert="horz" wrap="none" lIns="0" tIns="0" rIns="0" bIns="0" rtlCol="0" anchor="b" anchorCtr="0">
            <a:spAutoFit/>
          </a:bodyPr>
          <a:lstStyle>
            <a:lvl1pPr algn="l">
              <a:defRPr sz="1000">
                <a:solidFill>
                  <a:schemeClr val="tx1"/>
                </a:solidFill>
              </a:defRPr>
            </a:lvl1pPr>
          </a:lstStyle>
          <a:p>
            <a:r>
              <a:rPr lang="en-US"/>
              <a:t>HP Private, Confidential for Internal Use Only</a:t>
            </a:r>
          </a:p>
        </p:txBody>
      </p:sp>
      <p:sp>
        <p:nvSpPr>
          <p:cNvPr id="8" name="Slide Number Placeholder 7">
            <a:extLst>
              <a:ext uri="{FF2B5EF4-FFF2-40B4-BE49-F238E27FC236}">
                <a16:creationId xmlns:a16="http://schemas.microsoft.com/office/drawing/2014/main" id="{EBD5A218-C2E5-4122-9119-B57632FAEE56}"/>
              </a:ext>
            </a:extLst>
          </p:cNvPr>
          <p:cNvSpPr>
            <a:spLocks noGrp="1"/>
          </p:cNvSpPr>
          <p:nvPr>
            <p:ph type="sldNum" sz="quarter" idx="4"/>
          </p:nvPr>
        </p:nvSpPr>
        <p:spPr>
          <a:xfrm>
            <a:off x="300878" y="6452028"/>
            <a:ext cx="256806" cy="153888"/>
          </a:xfrm>
          <a:prstGeom prst="rect">
            <a:avLst/>
          </a:prstGeom>
        </p:spPr>
        <p:txBody>
          <a:bodyPr vert="horz" wrap="square" lIns="0" tIns="0" rIns="0" bIns="0" rtlCol="0" anchor="b" anchorCtr="0">
            <a:spAutoFit/>
          </a:bodyPr>
          <a:lstStyle>
            <a:lvl1pPr algn="l">
              <a:defRPr sz="1000">
                <a:solidFill>
                  <a:schemeClr val="tx1"/>
                </a:solidFill>
              </a:defRPr>
            </a:lvl1pPr>
          </a:lstStyle>
          <a:p>
            <a:fld id="{B71A6B67-5149-4CA8-8884-0AC28C15FDCE}" type="slidenum">
              <a:rPr lang="en-US" smtClean="0"/>
              <a:pPr/>
              <a:t>‹#›</a:t>
            </a:fld>
            <a:endParaRPr lang="en-US"/>
          </a:p>
        </p:txBody>
      </p:sp>
      <p:sp>
        <p:nvSpPr>
          <p:cNvPr id="2" name="Title Placeholder 1">
            <a:extLst>
              <a:ext uri="{FF2B5EF4-FFF2-40B4-BE49-F238E27FC236}">
                <a16:creationId xmlns:a16="http://schemas.microsoft.com/office/drawing/2014/main" id="{E9CF8FE2-E272-454D-8A09-BE382F87DDE4}"/>
              </a:ext>
            </a:extLst>
          </p:cNvPr>
          <p:cNvSpPr>
            <a:spLocks noGrp="1"/>
          </p:cNvSpPr>
          <p:nvPr>
            <p:ph type="title"/>
          </p:nvPr>
        </p:nvSpPr>
        <p:spPr>
          <a:xfrm>
            <a:off x="293254" y="78798"/>
            <a:ext cx="11612880" cy="1325563"/>
          </a:xfrm>
          <a:prstGeom prst="rect">
            <a:avLst/>
          </a:prstGeom>
        </p:spPr>
        <p:txBody>
          <a:bodyPr vert="horz" lIns="0" tIns="45720" rIns="91440" bIns="45720" rtlCol="0" anchor="ctr">
            <a:noAutofit/>
          </a:bodyPr>
          <a:lstStyle/>
          <a:p>
            <a:r>
              <a:rPr lang="en-US"/>
              <a:t>Click to edit title</a:t>
            </a:r>
          </a:p>
        </p:txBody>
      </p:sp>
      <p:sp>
        <p:nvSpPr>
          <p:cNvPr id="3" name="Text Placeholder 2">
            <a:extLst>
              <a:ext uri="{FF2B5EF4-FFF2-40B4-BE49-F238E27FC236}">
                <a16:creationId xmlns:a16="http://schemas.microsoft.com/office/drawing/2014/main" id="{AA1CCF0D-680B-7041-BD4E-5771B56290F8}"/>
              </a:ext>
            </a:extLst>
          </p:cNvPr>
          <p:cNvSpPr>
            <a:spLocks noGrp="1"/>
          </p:cNvSpPr>
          <p:nvPr>
            <p:ph type="body" idx="1"/>
          </p:nvPr>
        </p:nvSpPr>
        <p:spPr>
          <a:xfrm>
            <a:off x="293254" y="1520825"/>
            <a:ext cx="11612880" cy="4351338"/>
          </a:xfrm>
          <a:prstGeom prst="rect">
            <a:avLst/>
          </a:prstGeom>
        </p:spPr>
        <p:txBody>
          <a:bodyPr vert="horz" lIns="0" tIns="45720" rIns="91440" bIns="45720" rtlCol="0">
            <a:noAutofit/>
          </a:bodyPr>
          <a:lstStyle/>
          <a:p>
            <a:pPr lvl="0"/>
            <a:r>
              <a:rPr lang="en-US"/>
              <a:t>Edit Master text</a:t>
            </a:r>
          </a:p>
          <a:p>
            <a:pPr lvl="1"/>
            <a:r>
              <a:rPr lang="en-US"/>
              <a:t>Second level</a:t>
            </a:r>
          </a:p>
          <a:p>
            <a:pPr lvl="2"/>
            <a:r>
              <a:rPr lang="en-US"/>
              <a:t>Third level</a:t>
            </a:r>
          </a:p>
          <a:p>
            <a:pPr lvl="3"/>
            <a:endParaRPr lang="en-US"/>
          </a:p>
          <a:p>
            <a:pPr lvl="3"/>
            <a:endParaRPr lang="en-US"/>
          </a:p>
        </p:txBody>
      </p:sp>
    </p:spTree>
    <p:extLst>
      <p:ext uri="{BB962C8B-B14F-4D97-AF65-F5344CB8AC3E}">
        <p14:creationId xmlns:p14="http://schemas.microsoft.com/office/powerpoint/2010/main" val="2730040407"/>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04" r:id="rId3"/>
    <p:sldLayoutId id="2147483808" r:id="rId4"/>
    <p:sldLayoutId id="2147483815" r:id="rId5"/>
    <p:sldLayoutId id="2147483810" r:id="rId6"/>
    <p:sldLayoutId id="2147483816" r:id="rId7"/>
    <p:sldLayoutId id="2147483814" r:id="rId8"/>
    <p:sldLayoutId id="2147483809" r:id="rId9"/>
    <p:sldLayoutId id="2147483787" r:id="rId10"/>
    <p:sldLayoutId id="2147483767" r:id="rId11"/>
    <p:sldLayoutId id="2147483793" r:id="rId12"/>
    <p:sldLayoutId id="2147483817" r:id="rId13"/>
    <p:sldLayoutId id="2147483794" r:id="rId14"/>
    <p:sldLayoutId id="2147483818" r:id="rId15"/>
    <p:sldLayoutId id="2147483820" r:id="rId16"/>
    <p:sldLayoutId id="2147483770" r:id="rId17"/>
    <p:sldLayoutId id="2147483666" r:id="rId18"/>
    <p:sldLayoutId id="2147483780" r:id="rId19"/>
    <p:sldLayoutId id="2147483722" r:id="rId20"/>
    <p:sldLayoutId id="2147483682" r:id="rId21"/>
    <p:sldLayoutId id="2147483677" r:id="rId22"/>
    <p:sldLayoutId id="2147483801" r:id="rId23"/>
    <p:sldLayoutId id="2147483710" r:id="rId24"/>
    <p:sldLayoutId id="2147483806" r:id="rId25"/>
    <p:sldLayoutId id="2147483807" r:id="rId26"/>
    <p:sldLayoutId id="2147483683" r:id="rId27"/>
    <p:sldLayoutId id="2147483712" r:id="rId28"/>
    <p:sldLayoutId id="2147483799" r:id="rId29"/>
    <p:sldLayoutId id="2147483800" r:id="rId30"/>
    <p:sldLayoutId id="2147483805" r:id="rId31"/>
    <p:sldLayoutId id="2147483723" r:id="rId32"/>
    <p:sldLayoutId id="2147483759" r:id="rId33"/>
    <p:sldLayoutId id="2147483821" r:id="rId34"/>
    <p:sldLayoutId id="2147483822" r:id="rId35"/>
    <p:sldLayoutId id="2147483823" r:id="rId36"/>
    <p:sldLayoutId id="2147483824" r:id="rId37"/>
  </p:sldLayoutIdLst>
  <p:hf hdr="0" dt="0"/>
  <p:txStyles>
    <p:titleStyle>
      <a:lvl1pPr algn="l" defTabSz="914400" rtl="0" eaLnBrk="1" latinLnBrk="0" hangingPunct="1">
        <a:lnSpc>
          <a:spcPct val="85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tabLst>
          <a:tab pos="225425" algn="l"/>
        </a:tabLst>
        <a:defRPr sz="1800" kern="1200">
          <a:solidFill>
            <a:schemeClr val="tx1"/>
          </a:solidFill>
          <a:latin typeface="+mn-lt"/>
          <a:ea typeface="+mn-ea"/>
          <a:cs typeface="+mn-cs"/>
        </a:defRPr>
      </a:lvl1pPr>
      <a:lvl2pPr marL="169863" indent="-169863"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mn-lt"/>
          <a:ea typeface="+mn-ea"/>
          <a:cs typeface="+mn-cs"/>
        </a:defRPr>
      </a:lvl2pPr>
      <a:lvl3pPr marL="339725" indent="-169863" algn="l" defTabSz="914400" rtl="0" eaLnBrk="1" latinLnBrk="0" hangingPunct="1">
        <a:lnSpc>
          <a:spcPct val="90000"/>
        </a:lnSpc>
        <a:spcBef>
          <a:spcPts val="500"/>
        </a:spcBef>
        <a:buFont typeface="HP Simplified Light" panose="020B0404020204020204" pitchFamily="34" charset="0"/>
        <a:buChar char="–"/>
        <a:tabLst/>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tabLst/>
        <a:defRPr sz="1000" kern="1200">
          <a:solidFill>
            <a:schemeClr val="tx1"/>
          </a:solidFill>
          <a:latin typeface="+mn-lt"/>
          <a:ea typeface="+mn-ea"/>
          <a:cs typeface="+mn-cs"/>
        </a:defRPr>
      </a:lvl4pPr>
      <a:lvl5pPr marL="1949450" indent="-120650"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Forma DJR Micro"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2544" userDrawn="1">
          <p15:clr>
            <a:srgbClr val="F26B43"/>
          </p15:clr>
        </p15:guide>
        <p15:guide id="3" pos="1248" userDrawn="1">
          <p15:clr>
            <a:srgbClr val="F26B43"/>
          </p15:clr>
        </p15:guide>
        <p15:guide id="4" pos="240" userDrawn="1">
          <p15:clr>
            <a:srgbClr val="F26B43"/>
          </p15:clr>
        </p15:guide>
        <p15:guide id="5" pos="5136" userDrawn="1">
          <p15:clr>
            <a:srgbClr val="F26B43"/>
          </p15:clr>
        </p15:guide>
        <p15:guide id="6" pos="6432" userDrawn="1">
          <p15:clr>
            <a:srgbClr val="F26B43"/>
          </p15:clr>
        </p15:guide>
        <p15:guide id="7" pos="7440" userDrawn="1">
          <p15:clr>
            <a:srgbClr val="F26B43"/>
          </p15:clr>
        </p15:guide>
        <p15:guide id="8" orient="horz" pos="2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diagramColors" Target="../diagrams/colors1.xml"/><Relationship Id="rId11" Type="http://schemas.openxmlformats.org/officeDocument/2006/relationships/image" Target="../media/image10.png"/><Relationship Id="rId5" Type="http://schemas.openxmlformats.org/officeDocument/2006/relationships/diagramQuickStyle" Target="../diagrams/quickStyle1.xml"/><Relationship Id="rId10" Type="http://schemas.openxmlformats.org/officeDocument/2006/relationships/image" Target="../media/image9.png"/><Relationship Id="rId4" Type="http://schemas.openxmlformats.org/officeDocument/2006/relationships/diagramLayout" Target="../diagrams/layout1.xml"/><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8" Type="http://schemas.openxmlformats.org/officeDocument/2006/relationships/hyperlink" Target="https://xd.adobe.com/view/a5480cc0-055e-42f0-8612-0a0c6664fc95-f01b/screen/f21184f6-e48f-485d-897c-0de128c453f4" TargetMode="External"/><Relationship Id="rId3" Type="http://schemas.openxmlformats.org/officeDocument/2006/relationships/oleObject" Target="../embeddings/oleObject3.bin"/><Relationship Id="rId7" Type="http://schemas.openxmlformats.org/officeDocument/2006/relationships/hyperlink" Target="https://xd.adobe.com/view/6d6c718f-50f5-47e1-8a37-ebcb80fbc1ab-383f/screen/ee66887d-03c8-4ab7-b73e-f6cec3749b34" TargetMode="External"/><Relationship Id="rId2" Type="http://schemas.openxmlformats.org/officeDocument/2006/relationships/slideLayout" Target="../slideLayouts/slideLayout36.xml"/><Relationship Id="rId1" Type="http://schemas.openxmlformats.org/officeDocument/2006/relationships/tags" Target="../tags/tag3.xml"/><Relationship Id="rId6" Type="http://schemas.openxmlformats.org/officeDocument/2006/relationships/image" Target="../media/image12.png"/><Relationship Id="rId11" Type="http://schemas.openxmlformats.org/officeDocument/2006/relationships/hyperlink" Target="https://xd.adobe.com/view/62b9e975-a8f2-44d1-85fd-d2b1b084858c-37ea/" TargetMode="External"/><Relationship Id="rId5" Type="http://schemas.openxmlformats.org/officeDocument/2006/relationships/hyperlink" Target="https://xd.adobe.com/view/1cf3065e-81ad-4a31-86f1-8108851cfed1-49a0/" TargetMode="External"/><Relationship Id="rId10" Type="http://schemas.openxmlformats.org/officeDocument/2006/relationships/hyperlink" Target="https://xd.adobe.com/view/b64944ec-4ba2-4cbc-84d2-530c9b3ecd2d-e31a/" TargetMode="External"/><Relationship Id="rId4" Type="http://schemas.openxmlformats.org/officeDocument/2006/relationships/image" Target="../media/image1.emf"/><Relationship Id="rId9" Type="http://schemas.openxmlformats.org/officeDocument/2006/relationships/hyperlink" Target="https://xd.adobe.com/view/a1ba1379-c587-4873-9f2c-8ec2fae403b1-f4e9/"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49ECA1C-0072-4DFF-839F-4E90964B85B4}"/>
              </a:ext>
            </a:extLst>
          </p:cNvPr>
          <p:cNvSpPr>
            <a:spLocks noGrp="1"/>
          </p:cNvSpPr>
          <p:nvPr>
            <p:ph type="body" sz="quarter" idx="15"/>
          </p:nvPr>
        </p:nvSpPr>
        <p:spPr/>
        <p:txBody>
          <a:bodyPr/>
          <a:lstStyle/>
          <a:p>
            <a:r>
              <a:rPr lang="en-US" dirty="0"/>
              <a:t>Dailyn Barahona L</a:t>
            </a:r>
            <a:r>
              <a:rPr lang="es-CR" dirty="0" err="1"/>
              <a:t>ópez</a:t>
            </a:r>
            <a:endParaRPr lang="en-US" dirty="0"/>
          </a:p>
        </p:txBody>
      </p:sp>
      <p:sp>
        <p:nvSpPr>
          <p:cNvPr id="21" name="Text Placeholder 20">
            <a:extLst>
              <a:ext uri="{FF2B5EF4-FFF2-40B4-BE49-F238E27FC236}">
                <a16:creationId xmlns:a16="http://schemas.microsoft.com/office/drawing/2014/main" id="{5B6181E2-F5BA-4F5C-9CD9-C855713AB8E0}"/>
              </a:ext>
            </a:extLst>
          </p:cNvPr>
          <p:cNvSpPr>
            <a:spLocks noGrp="1"/>
          </p:cNvSpPr>
          <p:nvPr>
            <p:ph type="body" sz="quarter" idx="16"/>
          </p:nvPr>
        </p:nvSpPr>
        <p:spPr/>
        <p:txBody>
          <a:bodyPr/>
          <a:lstStyle/>
          <a:p>
            <a:r>
              <a:rPr lang="en-US" dirty="0"/>
              <a:t>ATS Notepad </a:t>
            </a:r>
            <a:br>
              <a:rPr lang="en-US" dirty="0"/>
            </a:br>
            <a:r>
              <a:rPr lang="en-US" dirty="0"/>
              <a:t>Updates</a:t>
            </a:r>
            <a:br>
              <a:rPr lang="en-US" dirty="0"/>
            </a:br>
            <a:endParaRPr lang="en-US" dirty="0"/>
          </a:p>
        </p:txBody>
      </p:sp>
      <p:sp>
        <p:nvSpPr>
          <p:cNvPr id="7" name="Text Placeholder 6">
            <a:extLst>
              <a:ext uri="{FF2B5EF4-FFF2-40B4-BE49-F238E27FC236}">
                <a16:creationId xmlns:a16="http://schemas.microsoft.com/office/drawing/2014/main" id="{5A93EB87-2109-4167-B2E2-79DD8DCA1AE0}"/>
              </a:ext>
            </a:extLst>
          </p:cNvPr>
          <p:cNvSpPr>
            <a:spLocks noGrp="1"/>
          </p:cNvSpPr>
          <p:nvPr>
            <p:ph type="body" sz="quarter" idx="18"/>
          </p:nvPr>
        </p:nvSpPr>
        <p:spPr/>
        <p:txBody>
          <a:bodyPr/>
          <a:lstStyle/>
          <a:p>
            <a:r>
              <a:rPr lang="en-US" dirty="0"/>
              <a:t>ATS AMS A4 &amp; Multivendor Print GEN Engineer</a:t>
            </a:r>
          </a:p>
        </p:txBody>
      </p:sp>
    </p:spTree>
    <p:extLst>
      <p:ext uri="{BB962C8B-B14F-4D97-AF65-F5344CB8AC3E}">
        <p14:creationId xmlns:p14="http://schemas.microsoft.com/office/powerpoint/2010/main" val="4144780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Straight Connector 33">
            <a:extLst>
              <a:ext uri="{FF2B5EF4-FFF2-40B4-BE49-F238E27FC236}">
                <a16:creationId xmlns:a16="http://schemas.microsoft.com/office/drawing/2014/main" id="{A5A3E0AE-78C9-4F44-B739-BDCE42DD93E2}"/>
              </a:ext>
            </a:extLst>
          </p:cNvPr>
          <p:cNvCxnSpPr>
            <a:cxnSpLocks/>
          </p:cNvCxnSpPr>
          <p:nvPr/>
        </p:nvCxnSpPr>
        <p:spPr>
          <a:xfrm>
            <a:off x="457200" y="720814"/>
            <a:ext cx="11277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8EFA4AAD-C6DA-4919-914D-4A73E3B5F36C}"/>
              </a:ext>
            </a:extLst>
          </p:cNvPr>
          <p:cNvSpPr/>
          <p:nvPr/>
        </p:nvSpPr>
        <p:spPr>
          <a:xfrm>
            <a:off x="225560" y="4573840"/>
            <a:ext cx="8763922" cy="1691254"/>
          </a:xfrm>
          <a:prstGeom prst="rect">
            <a:avLst/>
          </a:prstGeom>
          <a:noFill/>
          <a:ln w="28575" cap="flat" cmpd="sng" algn="ctr">
            <a:solidFill>
              <a:schemeClr val="tx2">
                <a:lumMod val="60000"/>
                <a:lumOff val="40000"/>
              </a:schemeClr>
            </a:solidFill>
            <a:prstDash val="solid"/>
          </a:ln>
          <a:effectLst/>
        </p:spPr>
        <p:txBody>
          <a:bodyPr numCol="1" rtlCol="0" anchor="ctr"/>
          <a:lstStyle/>
          <a:p>
            <a:pPr marL="0" marR="0" lvl="0" indent="0" algn="ctr" defTabSz="913898" eaLnBrk="1" fontAlgn="auto" latinLnBrk="0" hangingPunct="1">
              <a:lnSpc>
                <a:spcPct val="100000"/>
              </a:lnSpc>
              <a:spcBef>
                <a:spcPts val="0"/>
              </a:spcBef>
              <a:spcAft>
                <a:spcPts val="0"/>
              </a:spcAft>
              <a:buClrTx/>
              <a:buSzTx/>
              <a:buFontTx/>
              <a:buNone/>
              <a:tabLst/>
              <a:defRPr/>
            </a:pPr>
            <a:endParaRPr kumimoji="0" lang="en-US" sz="1794" b="0" i="0" u="none" strike="noStrike" kern="0" cap="none" spc="0" normalizeH="0" baseline="0" noProof="0">
              <a:ln>
                <a:noFill/>
              </a:ln>
              <a:solidFill>
                <a:srgbClr val="FFFFFF"/>
              </a:solidFill>
              <a:effectLst/>
              <a:uLnTx/>
              <a:uFillTx/>
              <a:latin typeface="HP Simplified Light"/>
              <a:ea typeface="+mn-ea"/>
              <a:cs typeface="+mn-cs"/>
            </a:endParaRPr>
          </a:p>
        </p:txBody>
      </p:sp>
      <p:graphicFrame>
        <p:nvGraphicFramePr>
          <p:cNvPr id="81" name="Table 80">
            <a:extLst>
              <a:ext uri="{FF2B5EF4-FFF2-40B4-BE49-F238E27FC236}">
                <a16:creationId xmlns:a16="http://schemas.microsoft.com/office/drawing/2014/main" id="{5C8B955F-C8E4-49E0-B72C-90C8D2A67482}"/>
              </a:ext>
            </a:extLst>
          </p:cNvPr>
          <p:cNvGraphicFramePr>
            <a:graphicFrameLocks noGrp="1"/>
          </p:cNvGraphicFramePr>
          <p:nvPr/>
        </p:nvGraphicFramePr>
        <p:xfrm>
          <a:off x="320852" y="4885861"/>
          <a:ext cx="8271616" cy="724449"/>
        </p:xfrm>
        <a:graphic>
          <a:graphicData uri="http://schemas.openxmlformats.org/drawingml/2006/table">
            <a:tbl>
              <a:tblPr/>
              <a:tblGrid>
                <a:gridCol w="678002">
                  <a:extLst>
                    <a:ext uri="{9D8B030D-6E8A-4147-A177-3AD203B41FA5}">
                      <a16:colId xmlns:a16="http://schemas.microsoft.com/office/drawing/2014/main" val="20004"/>
                    </a:ext>
                  </a:extLst>
                </a:gridCol>
                <a:gridCol w="542401">
                  <a:extLst>
                    <a:ext uri="{9D8B030D-6E8A-4147-A177-3AD203B41FA5}">
                      <a16:colId xmlns:a16="http://schemas.microsoft.com/office/drawing/2014/main" val="20005"/>
                    </a:ext>
                  </a:extLst>
                </a:gridCol>
                <a:gridCol w="542401">
                  <a:extLst>
                    <a:ext uri="{9D8B030D-6E8A-4147-A177-3AD203B41FA5}">
                      <a16:colId xmlns:a16="http://schemas.microsoft.com/office/drawing/2014/main" val="20006"/>
                    </a:ext>
                  </a:extLst>
                </a:gridCol>
                <a:gridCol w="542401">
                  <a:extLst>
                    <a:ext uri="{9D8B030D-6E8A-4147-A177-3AD203B41FA5}">
                      <a16:colId xmlns:a16="http://schemas.microsoft.com/office/drawing/2014/main" val="20007"/>
                    </a:ext>
                  </a:extLst>
                </a:gridCol>
                <a:gridCol w="542401">
                  <a:extLst>
                    <a:ext uri="{9D8B030D-6E8A-4147-A177-3AD203B41FA5}">
                      <a16:colId xmlns:a16="http://schemas.microsoft.com/office/drawing/2014/main" val="20008"/>
                    </a:ext>
                  </a:extLst>
                </a:gridCol>
                <a:gridCol w="542401">
                  <a:extLst>
                    <a:ext uri="{9D8B030D-6E8A-4147-A177-3AD203B41FA5}">
                      <a16:colId xmlns:a16="http://schemas.microsoft.com/office/drawing/2014/main" val="20009"/>
                    </a:ext>
                  </a:extLst>
                </a:gridCol>
                <a:gridCol w="542401">
                  <a:extLst>
                    <a:ext uri="{9D8B030D-6E8A-4147-A177-3AD203B41FA5}">
                      <a16:colId xmlns:a16="http://schemas.microsoft.com/office/drawing/2014/main" val="20010"/>
                    </a:ext>
                  </a:extLst>
                </a:gridCol>
                <a:gridCol w="542401">
                  <a:extLst>
                    <a:ext uri="{9D8B030D-6E8A-4147-A177-3AD203B41FA5}">
                      <a16:colId xmlns:a16="http://schemas.microsoft.com/office/drawing/2014/main" val="20011"/>
                    </a:ext>
                  </a:extLst>
                </a:gridCol>
                <a:gridCol w="542401">
                  <a:extLst>
                    <a:ext uri="{9D8B030D-6E8A-4147-A177-3AD203B41FA5}">
                      <a16:colId xmlns:a16="http://schemas.microsoft.com/office/drawing/2014/main" val="20012"/>
                    </a:ext>
                  </a:extLst>
                </a:gridCol>
                <a:gridCol w="542401">
                  <a:extLst>
                    <a:ext uri="{9D8B030D-6E8A-4147-A177-3AD203B41FA5}">
                      <a16:colId xmlns:a16="http://schemas.microsoft.com/office/drawing/2014/main" val="1072945679"/>
                    </a:ext>
                  </a:extLst>
                </a:gridCol>
                <a:gridCol w="542401">
                  <a:extLst>
                    <a:ext uri="{9D8B030D-6E8A-4147-A177-3AD203B41FA5}">
                      <a16:colId xmlns:a16="http://schemas.microsoft.com/office/drawing/2014/main" val="4153882239"/>
                    </a:ext>
                  </a:extLst>
                </a:gridCol>
                <a:gridCol w="542401">
                  <a:extLst>
                    <a:ext uri="{9D8B030D-6E8A-4147-A177-3AD203B41FA5}">
                      <a16:colId xmlns:a16="http://schemas.microsoft.com/office/drawing/2014/main" val="3538073765"/>
                    </a:ext>
                  </a:extLst>
                </a:gridCol>
                <a:gridCol w="542401">
                  <a:extLst>
                    <a:ext uri="{9D8B030D-6E8A-4147-A177-3AD203B41FA5}">
                      <a16:colId xmlns:a16="http://schemas.microsoft.com/office/drawing/2014/main" val="1996772836"/>
                    </a:ext>
                  </a:extLst>
                </a:gridCol>
                <a:gridCol w="542401">
                  <a:extLst>
                    <a:ext uri="{9D8B030D-6E8A-4147-A177-3AD203B41FA5}">
                      <a16:colId xmlns:a16="http://schemas.microsoft.com/office/drawing/2014/main" val="1804596344"/>
                    </a:ext>
                  </a:extLst>
                </a:gridCol>
                <a:gridCol w="542401">
                  <a:extLst>
                    <a:ext uri="{9D8B030D-6E8A-4147-A177-3AD203B41FA5}">
                      <a16:colId xmlns:a16="http://schemas.microsoft.com/office/drawing/2014/main" val="2457539060"/>
                    </a:ext>
                  </a:extLst>
                </a:gridCol>
              </a:tblGrid>
              <a:tr h="182832">
                <a:tc gridSpan="3">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ctr" fontAlgn="b"/>
                      <a:r>
                        <a:rPr lang="en-US" sz="1200" b="0" i="0" u="none" strike="noStrike" noProof="0" dirty="0">
                          <a:solidFill>
                            <a:srgbClr val="FFFFFF"/>
                          </a:solidFill>
                          <a:effectLst/>
                          <a:latin typeface="HP Simplified Light" panose="020B0404020204020204" pitchFamily="34" charset="0"/>
                        </a:rPr>
                        <a:t>Q1´22</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12700" cap="flat" cmpd="sng" algn="ctr">
                      <a:no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rgbClr val="0096D6"/>
                    </a:solidFill>
                  </a:tcPr>
                </a:tc>
                <a:tc hMerge="1">
                  <a:txBody>
                    <a:bodyPr/>
                    <a:lstStyle/>
                    <a:p>
                      <a:endParaRPr lang="en-US"/>
                    </a:p>
                  </a:txBody>
                  <a:tcPr/>
                </a:tc>
                <a:tc hMerge="1">
                  <a:txBody>
                    <a:bodyPr/>
                    <a:lstStyle/>
                    <a:p>
                      <a:endParaRPr lang="en-US"/>
                    </a:p>
                  </a:txBody>
                  <a:tcPr/>
                </a:tc>
                <a:tc gridSpan="3">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ctr" fontAlgn="b"/>
                      <a:r>
                        <a:rPr lang="en-US" sz="1200" b="0" i="0" u="none" strike="noStrike" noProof="0" dirty="0">
                          <a:solidFill>
                            <a:srgbClr val="FFFFFF"/>
                          </a:solidFill>
                          <a:effectLst/>
                          <a:latin typeface="HP Simplified Light" panose="020B0404020204020204" pitchFamily="34" charset="0"/>
                        </a:rPr>
                        <a:t>Q2´22</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12700" cap="flat" cmpd="sng" algn="ctr">
                      <a:no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rgbClr val="0096D6"/>
                    </a:solidFill>
                  </a:tcPr>
                </a:tc>
                <a:tc hMerge="1">
                  <a:txBody>
                    <a:bodyPr/>
                    <a:lstStyle/>
                    <a:p>
                      <a:endParaRPr lang="en-US"/>
                    </a:p>
                  </a:txBody>
                  <a:tcPr/>
                </a:tc>
                <a:tc hMerge="1">
                  <a:txBody>
                    <a:bodyPr/>
                    <a:lstStyle/>
                    <a:p>
                      <a:endParaRPr lang="en-US"/>
                    </a:p>
                  </a:txBody>
                  <a:tcPr/>
                </a:tc>
                <a:tc gridSpan="3">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ctr" fontAlgn="b"/>
                      <a:r>
                        <a:rPr lang="en-US" sz="1200" b="0" i="0" u="none" strike="noStrike" noProof="0" dirty="0">
                          <a:solidFill>
                            <a:srgbClr val="FFFFFF"/>
                          </a:solidFill>
                          <a:effectLst/>
                          <a:latin typeface="HP Simplified Light" panose="020B0404020204020204" pitchFamily="34" charset="0"/>
                        </a:rPr>
                        <a:t>Q3´22</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12700" cap="flat" cmpd="sng" algn="ctr">
                      <a:no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rgbClr val="0096D6"/>
                    </a:solidFill>
                  </a:tcPr>
                </a:tc>
                <a:tc hMerge="1">
                  <a:txBody>
                    <a:bodyPr/>
                    <a:lstStyle/>
                    <a:p>
                      <a:endParaRPr lang="en-US"/>
                    </a:p>
                  </a:txBody>
                  <a:tcPr/>
                </a:tc>
                <a:tc hMerge="1">
                  <a:txBody>
                    <a:bodyPr/>
                    <a:lstStyle/>
                    <a:p>
                      <a:endParaRPr lang="en-US"/>
                    </a:p>
                  </a:txBody>
                  <a:tcPr/>
                </a:tc>
                <a:tc gridSpan="3">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ctr" fontAlgn="b"/>
                      <a:r>
                        <a:rPr lang="en-US" sz="1200" b="0" i="0" u="none" strike="noStrike" noProof="0" dirty="0">
                          <a:solidFill>
                            <a:srgbClr val="FFFFFF"/>
                          </a:solidFill>
                          <a:effectLst/>
                          <a:latin typeface="HP Simplified Light" panose="020B0404020204020204" pitchFamily="34" charset="0"/>
                        </a:rPr>
                        <a:t>Q4´22</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12700" cap="flat" cmpd="sng" algn="ctr">
                      <a:no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rgbClr val="0096D6"/>
                    </a:solidFill>
                  </a:tcPr>
                </a:tc>
                <a:tc hMerge="1">
                  <a:txBody>
                    <a:bodyPr/>
                    <a:lstStyle/>
                    <a:p>
                      <a:endParaRPr lang="en-US"/>
                    </a:p>
                  </a:txBody>
                  <a:tcPr>
                    <a:lnL w="6350" cap="flat" cmpd="sng" algn="ctr">
                      <a:noFill/>
                      <a:prstDash val="dash"/>
                      <a:round/>
                      <a:headEnd type="none" w="med" len="med"/>
                      <a:tailEnd type="none" w="med" len="med"/>
                    </a:lnL>
                    <a:lnR w="6350" cap="flat" cmpd="sng" algn="ctr">
                      <a:noFill/>
                      <a:prstDash val="dash"/>
                      <a:round/>
                      <a:headEnd type="none" w="med" len="med"/>
                      <a:tailEnd type="none" w="med" len="med"/>
                    </a:lnR>
                    <a:lnT w="12700" cap="flat" cmpd="sng" algn="ctr">
                      <a:no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lnL w="6350" cap="flat" cmpd="sng" algn="ctr">
                      <a:noFill/>
                      <a:prstDash val="dash"/>
                      <a:round/>
                      <a:headEnd type="none" w="med" len="med"/>
                      <a:tailEnd type="none" w="med" len="med"/>
                    </a:lnL>
                    <a:lnR w="6350" cap="flat" cmpd="sng" algn="ctr">
                      <a:noFill/>
                      <a:prstDash val="dash"/>
                      <a:round/>
                      <a:headEnd type="none" w="med" len="med"/>
                      <a:tailEnd type="none" w="med" len="med"/>
                    </a:lnR>
                    <a:lnT w="12700" cap="flat" cmpd="sng" algn="ctr">
                      <a:no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accent1"/>
                    </a:solidFill>
                  </a:tcPr>
                </a:tc>
                <a:tc gridSpan="3">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ctr" fontAlgn="b"/>
                      <a:r>
                        <a:rPr lang="en-US" sz="1200" b="0" i="0" u="none" strike="noStrike" noProof="0" dirty="0">
                          <a:solidFill>
                            <a:srgbClr val="FFFFFF"/>
                          </a:solidFill>
                          <a:effectLst/>
                          <a:latin typeface="HP Simplified Light" panose="020B0404020204020204" pitchFamily="34" charset="0"/>
                        </a:rPr>
                        <a:t>Q1´23</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12700" cap="flat" cmpd="sng" algn="ctr">
                      <a:no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rgbClr val="0096D6"/>
                    </a:solidFill>
                  </a:tcPr>
                </a:tc>
                <a:tc hMerge="1">
                  <a:txBody>
                    <a:bodyPr/>
                    <a:lstStyle/>
                    <a:p>
                      <a:endParaRPr lang="en-US"/>
                    </a:p>
                  </a:txBody>
                  <a:tcPr>
                    <a:lnL w="6350" cap="flat" cmpd="sng" algn="ctr">
                      <a:noFill/>
                      <a:prstDash val="dash"/>
                      <a:round/>
                      <a:headEnd type="none" w="med" len="med"/>
                      <a:tailEnd type="none" w="med" len="med"/>
                    </a:lnL>
                    <a:lnR w="6350" cap="flat" cmpd="sng" algn="ctr">
                      <a:noFill/>
                      <a:prstDash val="dash"/>
                      <a:round/>
                      <a:headEnd type="none" w="med" len="med"/>
                      <a:tailEnd type="none" w="med" len="med"/>
                    </a:lnR>
                    <a:lnT w="12700" cap="flat" cmpd="sng" algn="ctr">
                      <a:no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lnL w="6350" cap="flat" cmpd="sng" algn="ctr">
                      <a:noFill/>
                      <a:prstDash val="dash"/>
                      <a:round/>
                      <a:headEnd type="none" w="med" len="med"/>
                      <a:tailEnd type="none" w="med" len="med"/>
                    </a:lnL>
                    <a:lnR w="6350" cap="flat" cmpd="sng" algn="ctr">
                      <a:noFill/>
                      <a:prstDash val="dash"/>
                      <a:round/>
                      <a:headEnd type="none" w="med" len="med"/>
                      <a:tailEnd type="none" w="med" len="med"/>
                    </a:lnR>
                    <a:lnT w="12700" cap="flat" cmpd="sng" algn="ctr">
                      <a:no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167596">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ctr" fontAlgn="b"/>
                      <a:r>
                        <a:rPr lang="en-US" sz="1100" b="0" i="0" u="none" strike="noStrike" noProof="0" dirty="0">
                          <a:solidFill>
                            <a:schemeClr val="tx1">
                              <a:lumMod val="75000"/>
                              <a:lumOff val="25000"/>
                            </a:schemeClr>
                          </a:solidFill>
                          <a:effectLst/>
                          <a:latin typeface="HP Simplified Light" panose="020B0404020204020204" pitchFamily="34" charset="0"/>
                        </a:rPr>
                        <a:t>Nov</a:t>
                      </a:r>
                    </a:p>
                  </a:txBody>
                  <a:tcPr marL="0" marR="0" marT="0" marB="0" anchor="b">
                    <a:lnL w="6350" cap="flat" cmpd="sng" algn="ctr">
                      <a:noFill/>
                      <a:prstDash val="dash"/>
                      <a:round/>
                      <a:headEnd type="none" w="med" len="med"/>
                      <a:tailEnd type="none" w="med" len="med"/>
                    </a:lnL>
                    <a:lnR>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ctr" fontAlgn="b"/>
                      <a:r>
                        <a:rPr lang="en-US" sz="1100" b="0" i="0" u="none" strike="noStrike" noProof="0" dirty="0">
                          <a:solidFill>
                            <a:schemeClr val="tx1">
                              <a:lumMod val="75000"/>
                              <a:lumOff val="25000"/>
                            </a:schemeClr>
                          </a:solidFill>
                          <a:effectLst/>
                          <a:latin typeface="HP Simplified Light" panose="020B0404020204020204" pitchFamily="34" charset="0"/>
                        </a:rPr>
                        <a:t>Dec</a:t>
                      </a:r>
                    </a:p>
                  </a:txBody>
                  <a:tcPr marL="0" marR="0" marT="0" marB="0" anchor="b">
                    <a:lnL>
                      <a:noFill/>
                    </a:lnL>
                    <a:lnR>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ctr" fontAlgn="b"/>
                      <a:r>
                        <a:rPr lang="en-US" sz="1100" b="0" i="0" u="none" strike="noStrike" noProof="0" dirty="0">
                          <a:solidFill>
                            <a:schemeClr val="tx1">
                              <a:lumMod val="75000"/>
                              <a:lumOff val="25000"/>
                            </a:schemeClr>
                          </a:solidFill>
                          <a:effectLst/>
                          <a:latin typeface="HP Simplified Light" panose="020B0404020204020204" pitchFamily="34" charset="0"/>
                        </a:rPr>
                        <a:t>Jan</a:t>
                      </a:r>
                    </a:p>
                  </a:txBody>
                  <a:tcPr marL="0" marR="0" marT="0" marB="0" anchor="b">
                    <a:lnL>
                      <a:noFill/>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ctr" fontAlgn="b"/>
                      <a:r>
                        <a:rPr lang="en-US" sz="1100" b="0" i="0" u="none" strike="noStrike" noProof="0" dirty="0">
                          <a:solidFill>
                            <a:schemeClr val="tx1">
                              <a:lumMod val="75000"/>
                              <a:lumOff val="25000"/>
                            </a:schemeClr>
                          </a:solidFill>
                          <a:effectLst/>
                          <a:latin typeface="HP Simplified Light" panose="020B0404020204020204" pitchFamily="34" charset="0"/>
                        </a:rPr>
                        <a:t>Feb</a:t>
                      </a:r>
                    </a:p>
                  </a:txBody>
                  <a:tcPr marL="0" marR="0" marT="0" marB="0" anchor="b">
                    <a:lnL w="6350" cap="flat" cmpd="sng" algn="ctr">
                      <a:noFill/>
                      <a:prstDash val="dash"/>
                      <a:round/>
                      <a:headEnd type="none" w="med" len="med"/>
                      <a:tailEnd type="none" w="med" len="med"/>
                    </a:lnL>
                    <a:lnR>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ctr" fontAlgn="b"/>
                      <a:r>
                        <a:rPr lang="en-US" sz="1100" b="0" i="0" u="none" strike="noStrike" noProof="0" dirty="0">
                          <a:solidFill>
                            <a:schemeClr val="tx1">
                              <a:lumMod val="75000"/>
                              <a:lumOff val="25000"/>
                            </a:schemeClr>
                          </a:solidFill>
                          <a:effectLst/>
                          <a:latin typeface="HP Simplified Light" panose="020B0404020204020204" pitchFamily="34" charset="0"/>
                        </a:rPr>
                        <a:t>Mar</a:t>
                      </a:r>
                    </a:p>
                  </a:txBody>
                  <a:tcPr marL="0" marR="0" marT="0" marB="0" anchor="b">
                    <a:lnL>
                      <a:noFill/>
                    </a:lnL>
                    <a:lnR>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ctr" fontAlgn="b"/>
                      <a:r>
                        <a:rPr lang="en-US" sz="1100" b="0" i="0" u="none" strike="noStrike" noProof="0" dirty="0">
                          <a:solidFill>
                            <a:schemeClr val="tx1">
                              <a:lumMod val="75000"/>
                              <a:lumOff val="25000"/>
                            </a:schemeClr>
                          </a:solidFill>
                          <a:effectLst/>
                          <a:latin typeface="HP Simplified Light" panose="020B0404020204020204" pitchFamily="34" charset="0"/>
                        </a:rPr>
                        <a:t>Apr</a:t>
                      </a:r>
                    </a:p>
                  </a:txBody>
                  <a:tcPr marL="0" marR="0" marT="0" marB="0" anchor="b">
                    <a:lnL>
                      <a:noFill/>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ctr" fontAlgn="b"/>
                      <a:r>
                        <a:rPr lang="en-US" sz="1100" b="0" i="0" u="none" strike="noStrike" noProof="0" dirty="0">
                          <a:solidFill>
                            <a:schemeClr val="tx1">
                              <a:lumMod val="75000"/>
                              <a:lumOff val="25000"/>
                            </a:schemeClr>
                          </a:solidFill>
                          <a:effectLst/>
                          <a:latin typeface="HP Simplified Light" panose="020B0404020204020204" pitchFamily="34" charset="0"/>
                        </a:rPr>
                        <a:t>May</a:t>
                      </a:r>
                    </a:p>
                  </a:txBody>
                  <a:tcPr marL="0" marR="0" marT="0" marB="0" anchor="b">
                    <a:lnL w="6350" cap="flat" cmpd="sng" algn="ctr">
                      <a:noFill/>
                      <a:prstDash val="dash"/>
                      <a:round/>
                      <a:headEnd type="none" w="med" len="med"/>
                      <a:tailEnd type="none" w="med" len="med"/>
                    </a:lnL>
                    <a:lnR>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ctr" fontAlgn="b"/>
                      <a:r>
                        <a:rPr lang="en-US" sz="1100" b="0" i="0" u="none" strike="noStrike" noProof="0" dirty="0">
                          <a:solidFill>
                            <a:schemeClr val="tx1">
                              <a:lumMod val="75000"/>
                              <a:lumOff val="25000"/>
                            </a:schemeClr>
                          </a:solidFill>
                          <a:effectLst/>
                          <a:latin typeface="HP Simplified Light" panose="020B0404020204020204" pitchFamily="34" charset="0"/>
                        </a:rPr>
                        <a:t>Jun</a:t>
                      </a:r>
                    </a:p>
                  </a:txBody>
                  <a:tcPr marL="0" marR="0" marT="0" marB="0" anchor="b">
                    <a:lnL>
                      <a:noFill/>
                    </a:lnL>
                    <a:lnR>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ctr" fontAlgn="b"/>
                      <a:r>
                        <a:rPr lang="en-US" sz="1100" b="0" i="0" u="none" strike="noStrike" noProof="0" dirty="0">
                          <a:solidFill>
                            <a:schemeClr val="tx1">
                              <a:lumMod val="75000"/>
                              <a:lumOff val="25000"/>
                            </a:schemeClr>
                          </a:solidFill>
                          <a:effectLst/>
                          <a:latin typeface="HP Simplified Light" panose="020B0404020204020204" pitchFamily="34" charset="0"/>
                        </a:rPr>
                        <a:t>Jul</a:t>
                      </a:r>
                    </a:p>
                  </a:txBody>
                  <a:tcPr marL="0" marR="0" marT="0" marB="0" anchor="b">
                    <a:lnL>
                      <a:noFill/>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ctr" fontAlgn="b"/>
                      <a:r>
                        <a:rPr lang="en-US" sz="1100" b="0" i="0" u="none" strike="noStrike" noProof="0" dirty="0">
                          <a:solidFill>
                            <a:schemeClr val="tx1">
                              <a:lumMod val="75000"/>
                              <a:lumOff val="25000"/>
                            </a:schemeClr>
                          </a:solidFill>
                          <a:effectLst/>
                          <a:latin typeface="HP Simplified Light" panose="020B0404020204020204" pitchFamily="34" charset="0"/>
                        </a:rPr>
                        <a:t>Aug</a:t>
                      </a:r>
                    </a:p>
                  </a:txBody>
                  <a:tcPr marL="0" marR="0" marT="0" marB="0" anchor="b">
                    <a:lnL>
                      <a:noFill/>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ctr" fontAlgn="b"/>
                      <a:r>
                        <a:rPr lang="en-US" sz="1100" b="0" i="0" u="none" strike="noStrike" noProof="0" dirty="0">
                          <a:solidFill>
                            <a:schemeClr val="tx1">
                              <a:lumMod val="75000"/>
                              <a:lumOff val="25000"/>
                            </a:schemeClr>
                          </a:solidFill>
                          <a:effectLst/>
                          <a:latin typeface="HP Simplified Light" panose="020B0404020204020204" pitchFamily="34" charset="0"/>
                        </a:rPr>
                        <a:t>Sep</a:t>
                      </a:r>
                    </a:p>
                  </a:txBody>
                  <a:tcPr marL="0" marR="0" marT="0" marB="0" anchor="b">
                    <a:lnL>
                      <a:noFill/>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ctr" fontAlgn="b"/>
                      <a:r>
                        <a:rPr lang="en-US" sz="1100" b="0" i="0" u="none" strike="noStrike" noProof="0" dirty="0">
                          <a:solidFill>
                            <a:schemeClr val="tx1">
                              <a:lumMod val="75000"/>
                              <a:lumOff val="25000"/>
                            </a:schemeClr>
                          </a:solidFill>
                          <a:effectLst/>
                          <a:latin typeface="HP Simplified Light" panose="020B0404020204020204" pitchFamily="34" charset="0"/>
                        </a:rPr>
                        <a:t>Oct</a:t>
                      </a:r>
                    </a:p>
                  </a:txBody>
                  <a:tcPr marL="0" marR="0" marT="0" marB="0" anchor="b">
                    <a:lnL>
                      <a:noFill/>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ctr" fontAlgn="b"/>
                      <a:r>
                        <a:rPr lang="en-US" sz="1100" b="0" i="0" u="none" strike="noStrike" noProof="0" dirty="0">
                          <a:solidFill>
                            <a:schemeClr val="tx1">
                              <a:lumMod val="75000"/>
                              <a:lumOff val="25000"/>
                            </a:schemeClr>
                          </a:solidFill>
                          <a:effectLst/>
                          <a:latin typeface="HP Simplified Light" panose="020B0404020204020204" pitchFamily="34" charset="0"/>
                        </a:rPr>
                        <a:t>Nov</a:t>
                      </a:r>
                    </a:p>
                  </a:txBody>
                  <a:tcPr marL="0" marR="0" marT="0" marB="0" anchor="b">
                    <a:lnL>
                      <a:noFill/>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ctr" fontAlgn="b"/>
                      <a:r>
                        <a:rPr lang="en-US" sz="1100" b="0" i="0" u="none" strike="noStrike" noProof="0" dirty="0">
                          <a:solidFill>
                            <a:schemeClr val="tx1">
                              <a:lumMod val="75000"/>
                              <a:lumOff val="25000"/>
                            </a:schemeClr>
                          </a:solidFill>
                          <a:effectLst/>
                          <a:latin typeface="HP Simplified Light" panose="020B0404020204020204" pitchFamily="34" charset="0"/>
                        </a:rPr>
                        <a:t>Dec</a:t>
                      </a:r>
                    </a:p>
                  </a:txBody>
                  <a:tcPr marL="0" marR="0" marT="0" marB="0" anchor="b">
                    <a:lnL>
                      <a:noFill/>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ctr" fontAlgn="b"/>
                      <a:r>
                        <a:rPr lang="en-US" sz="1100" b="0" i="0" u="none" strike="noStrike" noProof="0" dirty="0">
                          <a:solidFill>
                            <a:schemeClr val="tx1">
                              <a:lumMod val="75000"/>
                              <a:lumOff val="25000"/>
                            </a:schemeClr>
                          </a:solidFill>
                          <a:effectLst/>
                          <a:latin typeface="HP Simplified Light" panose="020B0404020204020204" pitchFamily="34" charset="0"/>
                        </a:rPr>
                        <a:t>Jan</a:t>
                      </a:r>
                    </a:p>
                  </a:txBody>
                  <a:tcPr marL="0" marR="0" marT="0" marB="0" anchor="b">
                    <a:lnL>
                      <a:noFill/>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r h="194280">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r>
                        <a:rPr lang="en-US" sz="1100" b="0" i="0" u="none" strike="noStrike" noProof="0">
                          <a:solidFill>
                            <a:srgbClr val="000000"/>
                          </a:solidFill>
                          <a:effectLst/>
                          <a:latin typeface="HP Simplified Light" panose="020B0404020204020204" pitchFamily="34" charset="0"/>
                        </a:rPr>
                        <a:t> </a:t>
                      </a:r>
                    </a:p>
                  </a:txBody>
                  <a:tcPr marL="0" marR="0" marT="0" marB="0">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r>
                        <a:rPr lang="en-US" sz="1100" b="0" i="0" u="none" strike="noStrike" noProof="0">
                          <a:solidFill>
                            <a:srgbClr val="000000"/>
                          </a:solidFill>
                          <a:effectLst/>
                          <a:latin typeface="HP Simplified Light" panose="020B0404020204020204" pitchFamily="34" charset="0"/>
                        </a:rPr>
                        <a:t> </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r>
                        <a:rPr lang="en-US" sz="1100" b="0" i="0" u="none" strike="noStrike" noProof="0">
                          <a:solidFill>
                            <a:srgbClr val="000000"/>
                          </a:solidFill>
                          <a:effectLst/>
                          <a:latin typeface="HP Simplified Light" panose="020B0404020204020204" pitchFamily="34" charset="0"/>
                        </a:rPr>
                        <a:t> </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r>
                        <a:rPr lang="en-US" sz="1100" b="0" i="0" u="none" strike="noStrike" noProof="0">
                          <a:solidFill>
                            <a:srgbClr val="000000"/>
                          </a:solidFill>
                          <a:effectLst/>
                          <a:latin typeface="HP Simplified Light" panose="020B0404020204020204" pitchFamily="34" charset="0"/>
                        </a:rPr>
                        <a:t> </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r>
                        <a:rPr lang="en-US" sz="1100" b="0" i="0" u="none" strike="noStrike" noProof="0">
                          <a:solidFill>
                            <a:srgbClr val="000000"/>
                          </a:solidFill>
                          <a:effectLst/>
                          <a:latin typeface="HP Simplified Light" panose="020B0404020204020204" pitchFamily="34" charset="0"/>
                        </a:rPr>
                        <a:t> </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r>
                        <a:rPr lang="en-US" sz="1100" b="0" i="0" u="none" strike="noStrike" noProof="0">
                          <a:solidFill>
                            <a:srgbClr val="000000"/>
                          </a:solidFill>
                          <a:effectLst/>
                          <a:latin typeface="HP Simplified Light" panose="020B0404020204020204" pitchFamily="34" charset="0"/>
                        </a:rPr>
                        <a:t> </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r>
                        <a:rPr lang="en-US" sz="1100" b="0" i="0" u="none" strike="noStrike" noProof="0">
                          <a:solidFill>
                            <a:srgbClr val="000000"/>
                          </a:solidFill>
                          <a:effectLst/>
                          <a:latin typeface="HP Simplified Light" panose="020B0404020204020204" pitchFamily="34" charset="0"/>
                        </a:rPr>
                        <a:t> </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r>
                        <a:rPr lang="en-US" sz="1100" b="0" i="0" u="none" strike="noStrike" noProof="0">
                          <a:solidFill>
                            <a:srgbClr val="000000"/>
                          </a:solidFill>
                          <a:effectLst/>
                          <a:latin typeface="HP Simplified Light" panose="020B0404020204020204" pitchFamily="34" charset="0"/>
                        </a:rPr>
                        <a:t> </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r>
                        <a:rPr lang="en-US" sz="1100" b="0" i="0" u="none" strike="noStrike" noProof="0">
                          <a:solidFill>
                            <a:srgbClr val="000000"/>
                          </a:solidFill>
                          <a:effectLst/>
                          <a:latin typeface="HP Simplified Light" panose="020B0404020204020204" pitchFamily="34" charset="0"/>
                        </a:rPr>
                        <a:t> </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endParaRPr lang="en-US" sz="1100" b="0" i="0" u="none" strike="noStrike" noProof="0" dirty="0">
                        <a:solidFill>
                          <a:srgbClr val="000000"/>
                        </a:solidFill>
                        <a:effectLst/>
                        <a:latin typeface="HP Simplified Light" panose="020B0404020204020204" pitchFamily="34" charset="0"/>
                      </a:endParaRP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endParaRPr lang="en-US" sz="1100" b="0" i="0" u="none" strike="noStrike" noProof="0">
                        <a:solidFill>
                          <a:srgbClr val="000000"/>
                        </a:solidFill>
                        <a:effectLst/>
                        <a:latin typeface="HP Simplified Light" panose="020B0404020204020204" pitchFamily="34" charset="0"/>
                      </a:endParaRP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endParaRPr lang="en-US" sz="1100" b="0" i="0" u="none" strike="noStrike" noProof="0">
                        <a:solidFill>
                          <a:srgbClr val="000000"/>
                        </a:solidFill>
                        <a:effectLst/>
                        <a:latin typeface="HP Simplified Light" panose="020B0404020204020204" pitchFamily="34" charset="0"/>
                      </a:endParaRP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endParaRPr lang="en-US" sz="1100" b="0" i="0" u="none" strike="noStrike" noProof="0">
                        <a:solidFill>
                          <a:srgbClr val="000000"/>
                        </a:solidFill>
                        <a:effectLst/>
                        <a:latin typeface="HP Simplified Light" panose="020B0404020204020204" pitchFamily="34" charset="0"/>
                      </a:endParaRP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endParaRPr lang="en-US" sz="1100" b="0" i="0" u="none" strike="noStrike" noProof="0">
                        <a:solidFill>
                          <a:srgbClr val="000000"/>
                        </a:solidFill>
                        <a:effectLst/>
                        <a:latin typeface="HP Simplified Light" panose="020B0404020204020204" pitchFamily="34" charset="0"/>
                      </a:endParaRP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endParaRPr lang="en-US" sz="1100" b="0" i="0" u="none" strike="noStrike" noProof="0">
                        <a:solidFill>
                          <a:srgbClr val="000000"/>
                        </a:solidFill>
                        <a:effectLst/>
                        <a:latin typeface="HP Simplified Light" panose="020B0404020204020204" pitchFamily="34" charset="0"/>
                      </a:endParaRP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9649">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r>
                        <a:rPr lang="en-US" sz="1100" b="0" i="0" u="none" strike="noStrike" noProof="0">
                          <a:solidFill>
                            <a:srgbClr val="000000"/>
                          </a:solidFill>
                          <a:effectLst/>
                          <a:latin typeface="HP Simplified Light" panose="020B0404020204020204" pitchFamily="34" charset="0"/>
                        </a:rPr>
                        <a:t> </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r>
                        <a:rPr lang="en-US" sz="1100" b="0" i="0" u="none" strike="noStrike" noProof="0" dirty="0">
                          <a:solidFill>
                            <a:srgbClr val="000000"/>
                          </a:solidFill>
                          <a:effectLst/>
                          <a:latin typeface="HP Simplified Light" panose="020B0404020204020204" pitchFamily="34" charset="0"/>
                        </a:rPr>
                        <a:t> </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r>
                        <a:rPr lang="en-US" sz="1100" b="0" i="0" u="none" strike="noStrike" noProof="0">
                          <a:solidFill>
                            <a:srgbClr val="000000"/>
                          </a:solidFill>
                          <a:effectLst/>
                          <a:latin typeface="HP Simplified Light" panose="020B0404020204020204" pitchFamily="34" charset="0"/>
                        </a:rPr>
                        <a:t> </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r>
                        <a:rPr lang="en-US" sz="1100" b="0" i="0" u="none" strike="noStrike" noProof="0">
                          <a:solidFill>
                            <a:srgbClr val="000000"/>
                          </a:solidFill>
                          <a:effectLst/>
                          <a:latin typeface="HP Simplified Light" panose="020B0404020204020204" pitchFamily="34" charset="0"/>
                        </a:rPr>
                        <a:t> </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r>
                        <a:rPr lang="en-US" sz="1100" b="0" i="0" u="none" strike="noStrike" noProof="0">
                          <a:solidFill>
                            <a:srgbClr val="000000"/>
                          </a:solidFill>
                          <a:effectLst/>
                          <a:latin typeface="HP Simplified Light" panose="020B0404020204020204" pitchFamily="34" charset="0"/>
                        </a:rPr>
                        <a:t> </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r>
                        <a:rPr lang="en-US" sz="1100" b="0" i="0" u="none" strike="noStrike" noProof="0">
                          <a:solidFill>
                            <a:srgbClr val="000000"/>
                          </a:solidFill>
                          <a:effectLst/>
                          <a:latin typeface="HP Simplified Light" panose="020B0404020204020204" pitchFamily="34" charset="0"/>
                        </a:rPr>
                        <a:t> </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r>
                        <a:rPr lang="en-US" sz="1100" b="0" i="0" u="none" strike="noStrike" noProof="0">
                          <a:solidFill>
                            <a:srgbClr val="000000"/>
                          </a:solidFill>
                          <a:effectLst/>
                          <a:latin typeface="HP Simplified Light" panose="020B0404020204020204" pitchFamily="34" charset="0"/>
                        </a:rPr>
                        <a:t> </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r>
                        <a:rPr lang="en-US" sz="1100" b="0" i="0" u="none" strike="noStrike" noProof="0" dirty="0">
                          <a:solidFill>
                            <a:srgbClr val="000000"/>
                          </a:solidFill>
                          <a:effectLst/>
                          <a:latin typeface="HP Simplified Light" panose="020B0404020204020204" pitchFamily="34" charset="0"/>
                        </a:rPr>
                        <a:t> </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r>
                        <a:rPr lang="en-US" sz="1100" b="0" i="0" u="none" strike="noStrike" noProof="0">
                          <a:solidFill>
                            <a:srgbClr val="000000"/>
                          </a:solidFill>
                          <a:effectLst/>
                          <a:latin typeface="HP Simplified Light" panose="020B0404020204020204" pitchFamily="34" charset="0"/>
                        </a:rPr>
                        <a:t> </a:t>
                      </a: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endParaRPr lang="en-US" sz="1100" b="0" i="0" u="none" strike="noStrike" noProof="0">
                        <a:solidFill>
                          <a:srgbClr val="000000"/>
                        </a:solidFill>
                        <a:effectLst/>
                        <a:latin typeface="HP Simplified Light" panose="020B0404020204020204" pitchFamily="34" charset="0"/>
                      </a:endParaRP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endParaRPr lang="en-US" sz="1100" b="0" i="0" u="none" strike="noStrike" noProof="0">
                        <a:solidFill>
                          <a:srgbClr val="000000"/>
                        </a:solidFill>
                        <a:effectLst/>
                        <a:latin typeface="HP Simplified Light" panose="020B0404020204020204" pitchFamily="34" charset="0"/>
                      </a:endParaRP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endParaRPr lang="en-US" sz="1100" b="0" i="0" u="none" strike="noStrike" noProof="0">
                        <a:solidFill>
                          <a:srgbClr val="000000"/>
                        </a:solidFill>
                        <a:effectLst/>
                        <a:latin typeface="HP Simplified Light" panose="020B0404020204020204" pitchFamily="34" charset="0"/>
                      </a:endParaRP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endParaRPr lang="en-US" sz="1100" b="0" i="0" u="none" strike="noStrike" noProof="0">
                        <a:solidFill>
                          <a:srgbClr val="000000"/>
                        </a:solidFill>
                        <a:effectLst/>
                        <a:latin typeface="HP Simplified Light" panose="020B0404020204020204" pitchFamily="34" charset="0"/>
                      </a:endParaRP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endParaRPr lang="en-US" sz="1100" b="0" i="0" u="none" strike="noStrike" noProof="0">
                        <a:solidFill>
                          <a:srgbClr val="000000"/>
                        </a:solidFill>
                        <a:effectLst/>
                        <a:latin typeface="HP Simplified Light" panose="020B0404020204020204" pitchFamily="34" charset="0"/>
                      </a:endParaRP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P Simplified"/>
                        </a:defRPr>
                      </a:lvl1pPr>
                      <a:lvl2pPr marL="457200" algn="l" defTabSz="914400" rtl="0" eaLnBrk="1" latinLnBrk="0" hangingPunct="1">
                        <a:defRPr sz="1800" kern="1200">
                          <a:solidFill>
                            <a:schemeClr val="tx1"/>
                          </a:solidFill>
                          <a:latin typeface="HP Simplified"/>
                        </a:defRPr>
                      </a:lvl2pPr>
                      <a:lvl3pPr marL="914400" algn="l" defTabSz="914400" rtl="0" eaLnBrk="1" latinLnBrk="0" hangingPunct="1">
                        <a:defRPr sz="1800" kern="1200">
                          <a:solidFill>
                            <a:schemeClr val="tx1"/>
                          </a:solidFill>
                          <a:latin typeface="HP Simplified"/>
                        </a:defRPr>
                      </a:lvl3pPr>
                      <a:lvl4pPr marL="1371600" algn="l" defTabSz="914400" rtl="0" eaLnBrk="1" latinLnBrk="0" hangingPunct="1">
                        <a:defRPr sz="1800" kern="1200">
                          <a:solidFill>
                            <a:schemeClr val="tx1"/>
                          </a:solidFill>
                          <a:latin typeface="HP Simplified"/>
                        </a:defRPr>
                      </a:lvl4pPr>
                      <a:lvl5pPr marL="1828800" algn="l" defTabSz="914400" rtl="0" eaLnBrk="1" latinLnBrk="0" hangingPunct="1">
                        <a:defRPr sz="1800" kern="1200">
                          <a:solidFill>
                            <a:schemeClr val="tx1"/>
                          </a:solidFill>
                          <a:latin typeface="HP Simplified"/>
                        </a:defRPr>
                      </a:lvl5pPr>
                      <a:lvl6pPr marL="2286000" algn="l" defTabSz="914400" rtl="0" eaLnBrk="1" latinLnBrk="0" hangingPunct="1">
                        <a:defRPr sz="1800" kern="1200">
                          <a:solidFill>
                            <a:schemeClr val="tx1"/>
                          </a:solidFill>
                          <a:latin typeface="HP Simplified"/>
                        </a:defRPr>
                      </a:lvl6pPr>
                      <a:lvl7pPr marL="2743200" algn="l" defTabSz="914400" rtl="0" eaLnBrk="1" latinLnBrk="0" hangingPunct="1">
                        <a:defRPr sz="1800" kern="1200">
                          <a:solidFill>
                            <a:schemeClr val="tx1"/>
                          </a:solidFill>
                          <a:latin typeface="HP Simplified"/>
                        </a:defRPr>
                      </a:lvl7pPr>
                      <a:lvl8pPr marL="3200400" algn="l" defTabSz="914400" rtl="0" eaLnBrk="1" latinLnBrk="0" hangingPunct="1">
                        <a:defRPr sz="1800" kern="1200">
                          <a:solidFill>
                            <a:schemeClr val="tx1"/>
                          </a:solidFill>
                          <a:latin typeface="HP Simplified"/>
                        </a:defRPr>
                      </a:lvl8pPr>
                      <a:lvl9pPr marL="3657600" algn="l" defTabSz="914400" rtl="0" eaLnBrk="1" latinLnBrk="0" hangingPunct="1">
                        <a:defRPr sz="1800" kern="1200">
                          <a:solidFill>
                            <a:schemeClr val="tx1"/>
                          </a:solidFill>
                          <a:latin typeface="HP Simplified"/>
                        </a:defRPr>
                      </a:lvl9pPr>
                    </a:lstStyle>
                    <a:p>
                      <a:pPr algn="l" fontAlgn="b"/>
                      <a:endParaRPr lang="en-US" sz="1100" b="0" i="0" u="none" strike="noStrike" noProof="0" dirty="0">
                        <a:solidFill>
                          <a:srgbClr val="000000"/>
                        </a:solidFill>
                        <a:effectLst/>
                        <a:latin typeface="HP Simplified Light" panose="020B0404020204020204" pitchFamily="34" charset="0"/>
                      </a:endParaRPr>
                    </a:p>
                  </a:txBody>
                  <a:tcPr marL="0" marR="0" marT="0" marB="0" anchor="b">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82" name="Rectangle 81">
            <a:extLst>
              <a:ext uri="{FF2B5EF4-FFF2-40B4-BE49-F238E27FC236}">
                <a16:creationId xmlns:a16="http://schemas.microsoft.com/office/drawing/2014/main" id="{513E7566-9D29-4C29-860D-8E07F8A872F6}"/>
              </a:ext>
            </a:extLst>
          </p:cNvPr>
          <p:cNvSpPr/>
          <p:nvPr/>
        </p:nvSpPr>
        <p:spPr>
          <a:xfrm>
            <a:off x="9320100" y="1219296"/>
            <a:ext cx="2732126" cy="3041498"/>
          </a:xfrm>
          <a:prstGeom prst="rect">
            <a:avLst/>
          </a:prstGeom>
          <a:noFill/>
          <a:ln w="28575" cap="flat" cmpd="sng" algn="ctr">
            <a:solidFill>
              <a:schemeClr val="tx2">
                <a:lumMod val="60000"/>
                <a:lumOff val="40000"/>
              </a:schemeClr>
            </a:solidFill>
            <a:prstDash val="solid"/>
          </a:ln>
          <a:effectLst/>
        </p:spPr>
        <p:txBody>
          <a:bodyPr numCol="1" rtlCol="0" anchor="ctr"/>
          <a:lstStyle/>
          <a:p>
            <a:pPr marL="0" marR="0" lvl="0" indent="0" algn="ctr" defTabSz="913898" eaLnBrk="1" fontAlgn="auto" latinLnBrk="0" hangingPunct="1">
              <a:lnSpc>
                <a:spcPct val="100000"/>
              </a:lnSpc>
              <a:spcBef>
                <a:spcPts val="0"/>
              </a:spcBef>
              <a:spcAft>
                <a:spcPts val="0"/>
              </a:spcAft>
              <a:buClrTx/>
              <a:buSzTx/>
              <a:buFontTx/>
              <a:buNone/>
              <a:tabLst/>
              <a:defRPr/>
            </a:pPr>
            <a:endParaRPr kumimoji="0" lang="en-US" sz="1794" b="0" i="0" u="none" strike="noStrike" kern="0" cap="none" spc="0" normalizeH="0" baseline="0" noProof="0">
              <a:ln>
                <a:noFill/>
              </a:ln>
              <a:solidFill>
                <a:srgbClr val="FFFFFF"/>
              </a:solidFill>
              <a:effectLst/>
              <a:uLnTx/>
              <a:uFillTx/>
              <a:latin typeface="HP Simplified Light"/>
              <a:ea typeface="+mn-ea"/>
              <a:cs typeface="+mn-cs"/>
            </a:endParaRPr>
          </a:p>
        </p:txBody>
      </p:sp>
      <p:sp>
        <p:nvSpPr>
          <p:cNvPr id="83" name="TextBox 82">
            <a:extLst>
              <a:ext uri="{FF2B5EF4-FFF2-40B4-BE49-F238E27FC236}">
                <a16:creationId xmlns:a16="http://schemas.microsoft.com/office/drawing/2014/main" id="{29EE26B1-2156-44EF-BAEE-4F7364402D79}"/>
              </a:ext>
            </a:extLst>
          </p:cNvPr>
          <p:cNvSpPr txBox="1"/>
          <p:nvPr/>
        </p:nvSpPr>
        <p:spPr>
          <a:xfrm>
            <a:off x="9357057" y="956143"/>
            <a:ext cx="1672189" cy="307777"/>
          </a:xfrm>
          <a:prstGeom prst="rect">
            <a:avLst/>
          </a:prstGeom>
          <a:solidFill>
            <a:srgbClr val="EDEDED"/>
          </a:solidFill>
        </p:spPr>
        <p:txBody>
          <a:bodyPr wrap="none" rtlCol="0">
            <a:spAutoFit/>
          </a:bodyPr>
          <a:lstStyle/>
          <a:p>
            <a:pPr marL="0" marR="0" lvl="0" indent="0" defTabSz="913898"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96D6"/>
                </a:solidFill>
                <a:effectLst/>
                <a:uLnTx/>
                <a:uFillTx/>
                <a:latin typeface="HP Simplified Light"/>
              </a:rPr>
              <a:t>Project Stakeholders</a:t>
            </a:r>
          </a:p>
        </p:txBody>
      </p:sp>
      <p:sp>
        <p:nvSpPr>
          <p:cNvPr id="84" name="TextBox 83">
            <a:extLst>
              <a:ext uri="{FF2B5EF4-FFF2-40B4-BE49-F238E27FC236}">
                <a16:creationId xmlns:a16="http://schemas.microsoft.com/office/drawing/2014/main" id="{2F02B988-DFAD-4BEC-9315-537F6F54033B}"/>
              </a:ext>
            </a:extLst>
          </p:cNvPr>
          <p:cNvSpPr txBox="1"/>
          <p:nvPr/>
        </p:nvSpPr>
        <p:spPr>
          <a:xfrm>
            <a:off x="9503751" y="1263920"/>
            <a:ext cx="2688249" cy="2477601"/>
          </a:xfrm>
          <a:prstGeom prst="rect">
            <a:avLst/>
          </a:prstGeom>
          <a:noFill/>
        </p:spPr>
        <p:txBody>
          <a:bodyPr wrap="square" rtlCol="0">
            <a:spAutoFit/>
          </a:bodyPr>
          <a:lstStyle/>
          <a:p>
            <a:pPr defTabSz="913898">
              <a:spcBef>
                <a:spcPts val="600"/>
              </a:spcBef>
              <a:defRPr/>
            </a:pPr>
            <a:r>
              <a:rPr lang="en-US" sz="1100" dirty="0">
                <a:solidFill>
                  <a:schemeClr val="tx1">
                    <a:lumMod val="75000"/>
                    <a:lumOff val="25000"/>
                  </a:schemeClr>
                </a:solidFill>
                <a:latin typeface="HP Simplified Light" panose="020B0404020204020204" pitchFamily="34" charset="0"/>
              </a:rPr>
              <a:t>Sponsor(s)</a:t>
            </a:r>
          </a:p>
          <a:p>
            <a:pPr marL="171450" indent="-171450" defTabSz="913898">
              <a:spcBef>
                <a:spcPts val="600"/>
              </a:spcBef>
              <a:buFont typeface="Arial" panose="020B0604020202020204" pitchFamily="34" charset="0"/>
              <a:buChar char="•"/>
              <a:defRPr/>
            </a:pPr>
            <a:r>
              <a:rPr lang="en-US" sz="1100" dirty="0">
                <a:solidFill>
                  <a:schemeClr val="tx1">
                    <a:lumMod val="75000"/>
                    <a:lumOff val="25000"/>
                  </a:schemeClr>
                </a:solidFill>
                <a:latin typeface="HP Simplified Light" panose="020B0404020204020204" pitchFamily="34" charset="0"/>
              </a:rPr>
              <a:t>Jennifer Chavarria</a:t>
            </a:r>
          </a:p>
          <a:p>
            <a:pPr defTabSz="913898">
              <a:spcBef>
                <a:spcPts val="600"/>
              </a:spcBef>
              <a:defRPr/>
            </a:pPr>
            <a:r>
              <a:rPr lang="en-US" sz="1100" dirty="0">
                <a:solidFill>
                  <a:schemeClr val="tx1">
                    <a:lumMod val="75000"/>
                    <a:lumOff val="25000"/>
                  </a:schemeClr>
                </a:solidFill>
                <a:latin typeface="HP Simplified Light" panose="020B0404020204020204" pitchFamily="34" charset="0"/>
              </a:rPr>
              <a:t>Project Manager</a:t>
            </a:r>
          </a:p>
          <a:p>
            <a:pPr marL="171450" indent="-171450" defTabSz="913898">
              <a:spcBef>
                <a:spcPts val="600"/>
              </a:spcBef>
              <a:buFont typeface="Arial" panose="020B0604020202020204" pitchFamily="34" charset="0"/>
              <a:buChar char="•"/>
              <a:defRPr/>
            </a:pPr>
            <a:r>
              <a:rPr lang="en-US" sz="1100" dirty="0">
                <a:solidFill>
                  <a:schemeClr val="tx1">
                    <a:lumMod val="75000"/>
                    <a:lumOff val="25000"/>
                  </a:schemeClr>
                </a:solidFill>
                <a:latin typeface="HP Simplified Light" panose="020B0404020204020204" pitchFamily="34" charset="0"/>
              </a:rPr>
              <a:t>Dailyn Barahona Lopez</a:t>
            </a:r>
          </a:p>
          <a:p>
            <a:pPr defTabSz="913898">
              <a:spcBef>
                <a:spcPts val="600"/>
              </a:spcBef>
              <a:defRPr/>
            </a:pPr>
            <a:r>
              <a:rPr lang="en-US" sz="1100" dirty="0">
                <a:solidFill>
                  <a:schemeClr val="tx1">
                    <a:lumMod val="75000"/>
                    <a:lumOff val="25000"/>
                  </a:schemeClr>
                </a:solidFill>
                <a:latin typeface="HP Simplified Light" panose="020B0404020204020204" pitchFamily="34" charset="0"/>
              </a:rPr>
              <a:t>Strategic Partner(s):</a:t>
            </a:r>
          </a:p>
          <a:p>
            <a:pPr marL="171450" indent="-171450" defTabSz="913898">
              <a:spcBef>
                <a:spcPts val="600"/>
              </a:spcBef>
              <a:buFont typeface="Arial" panose="020B0604020202020204" pitchFamily="34" charset="0"/>
              <a:buChar char="•"/>
              <a:defRPr/>
            </a:pPr>
            <a:r>
              <a:rPr lang="en-US" sz="1100" dirty="0">
                <a:solidFill>
                  <a:schemeClr val="tx1">
                    <a:lumMod val="75000"/>
                    <a:lumOff val="25000"/>
                  </a:schemeClr>
                </a:solidFill>
                <a:latin typeface="HP Simplified Light" panose="020B0404020204020204" pitchFamily="34" charset="0"/>
              </a:rPr>
              <a:t>Pablo Bustamante</a:t>
            </a:r>
          </a:p>
          <a:p>
            <a:pPr marL="171450" indent="-171450" defTabSz="913898">
              <a:spcBef>
                <a:spcPts val="600"/>
              </a:spcBef>
              <a:buFont typeface="Arial" panose="020B0604020202020204" pitchFamily="34" charset="0"/>
              <a:buChar char="•"/>
              <a:defRPr/>
            </a:pPr>
            <a:r>
              <a:rPr lang="en-US" sz="1100" dirty="0">
                <a:solidFill>
                  <a:schemeClr val="tx1">
                    <a:lumMod val="75000"/>
                    <a:lumOff val="25000"/>
                  </a:schemeClr>
                </a:solidFill>
                <a:latin typeface="HP Simplified Light" panose="020B0404020204020204" pitchFamily="34" charset="0"/>
              </a:rPr>
              <a:t>Walter Chacon</a:t>
            </a:r>
          </a:p>
          <a:p>
            <a:pPr marL="171450" indent="-171450" defTabSz="913898">
              <a:spcBef>
                <a:spcPts val="600"/>
              </a:spcBef>
              <a:buFont typeface="Arial" panose="020B0604020202020204" pitchFamily="34" charset="0"/>
              <a:buChar char="•"/>
              <a:defRPr/>
            </a:pPr>
            <a:r>
              <a:rPr lang="en-US" sz="1100" dirty="0" err="1">
                <a:solidFill>
                  <a:schemeClr val="tx1">
                    <a:lumMod val="75000"/>
                    <a:lumOff val="25000"/>
                  </a:schemeClr>
                </a:solidFill>
                <a:latin typeface="HP Simplified Light" panose="020B0404020204020204" pitchFamily="34" charset="0"/>
              </a:rPr>
              <a:t>Korinna</a:t>
            </a:r>
            <a:r>
              <a:rPr lang="en-US" sz="1100" dirty="0">
                <a:solidFill>
                  <a:schemeClr val="tx1">
                    <a:lumMod val="75000"/>
                    <a:lumOff val="25000"/>
                  </a:schemeClr>
                </a:solidFill>
                <a:latin typeface="HP Simplified Light" panose="020B0404020204020204" pitchFamily="34" charset="0"/>
              </a:rPr>
              <a:t>  </a:t>
            </a:r>
            <a:r>
              <a:rPr lang="en-US" sz="1100" dirty="0" err="1">
                <a:solidFill>
                  <a:schemeClr val="tx1">
                    <a:lumMod val="75000"/>
                    <a:lumOff val="25000"/>
                  </a:schemeClr>
                </a:solidFill>
                <a:latin typeface="HP Simplified Light" panose="020B0404020204020204" pitchFamily="34" charset="0"/>
              </a:rPr>
              <a:t>Guillinta</a:t>
            </a:r>
            <a:endParaRPr lang="en-US" sz="1100" dirty="0">
              <a:solidFill>
                <a:schemeClr val="tx1">
                  <a:lumMod val="75000"/>
                  <a:lumOff val="25000"/>
                </a:schemeClr>
              </a:solidFill>
              <a:latin typeface="HP Simplified Light" panose="020B0404020204020204" pitchFamily="34" charset="0"/>
            </a:endParaRPr>
          </a:p>
          <a:p>
            <a:pPr defTabSz="913898">
              <a:spcBef>
                <a:spcPts val="600"/>
              </a:spcBef>
              <a:defRPr/>
            </a:pPr>
            <a:r>
              <a:rPr lang="en-US" sz="1100" dirty="0">
                <a:solidFill>
                  <a:schemeClr val="tx1">
                    <a:lumMod val="75000"/>
                    <a:lumOff val="25000"/>
                  </a:schemeClr>
                </a:solidFill>
                <a:latin typeface="HP Simplified Light" panose="020B0404020204020204" pitchFamily="34" charset="0"/>
              </a:rPr>
              <a:t>Extended  Partner(s): </a:t>
            </a:r>
          </a:p>
          <a:p>
            <a:pPr marL="171450" indent="-171450" defTabSz="913898">
              <a:spcBef>
                <a:spcPts val="600"/>
              </a:spcBef>
              <a:buFont typeface="Arial" panose="020B0604020202020204" pitchFamily="34" charset="0"/>
              <a:buChar char="•"/>
              <a:defRPr/>
            </a:pPr>
            <a:r>
              <a:rPr lang="en-US" sz="1100" dirty="0">
                <a:solidFill>
                  <a:schemeClr val="tx1">
                    <a:lumMod val="75000"/>
                    <a:lumOff val="25000"/>
                  </a:schemeClr>
                </a:solidFill>
                <a:latin typeface="HP Simplified Light" panose="020B0404020204020204" pitchFamily="34" charset="0"/>
              </a:rPr>
              <a:t>Fernando Panameno </a:t>
            </a:r>
          </a:p>
        </p:txBody>
      </p:sp>
      <p:sp>
        <p:nvSpPr>
          <p:cNvPr id="85" name="Rectangle 84">
            <a:extLst>
              <a:ext uri="{FF2B5EF4-FFF2-40B4-BE49-F238E27FC236}">
                <a16:creationId xmlns:a16="http://schemas.microsoft.com/office/drawing/2014/main" id="{4D7D0C22-8A4A-4962-AFDE-367D875912CB}"/>
              </a:ext>
            </a:extLst>
          </p:cNvPr>
          <p:cNvSpPr/>
          <p:nvPr/>
        </p:nvSpPr>
        <p:spPr>
          <a:xfrm>
            <a:off x="239305" y="1194539"/>
            <a:ext cx="8750177" cy="770579"/>
          </a:xfrm>
          <a:prstGeom prst="rect">
            <a:avLst/>
          </a:prstGeom>
          <a:noFill/>
          <a:ln w="28575" cap="flat" cmpd="sng" algn="ctr">
            <a:solidFill>
              <a:schemeClr val="tx2">
                <a:lumMod val="60000"/>
                <a:lumOff val="40000"/>
              </a:schemeClr>
            </a:solidFill>
            <a:prstDash val="solid"/>
          </a:ln>
          <a:effectLst/>
        </p:spPr>
        <p:txBody>
          <a:bodyPr numCol="1" rtlCol="0" anchor="ctr"/>
          <a:lstStyle/>
          <a:p>
            <a:pPr marL="0" marR="0" lvl="0" indent="0" algn="ctr" defTabSz="913898"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FFFFFF"/>
              </a:solidFill>
              <a:effectLst/>
              <a:uLnTx/>
              <a:uFillTx/>
              <a:latin typeface="HP Simplified Light"/>
              <a:ea typeface="+mn-ea"/>
              <a:cs typeface="+mn-cs"/>
            </a:endParaRPr>
          </a:p>
        </p:txBody>
      </p:sp>
      <p:sp>
        <p:nvSpPr>
          <p:cNvPr id="86" name="Rectangle 85">
            <a:extLst>
              <a:ext uri="{FF2B5EF4-FFF2-40B4-BE49-F238E27FC236}">
                <a16:creationId xmlns:a16="http://schemas.microsoft.com/office/drawing/2014/main" id="{880A4F64-BCCF-44DA-8C70-E6C97B8E00ED}"/>
              </a:ext>
            </a:extLst>
          </p:cNvPr>
          <p:cNvSpPr/>
          <p:nvPr/>
        </p:nvSpPr>
        <p:spPr>
          <a:xfrm>
            <a:off x="239305" y="2287531"/>
            <a:ext cx="8763922" cy="900272"/>
          </a:xfrm>
          <a:prstGeom prst="rect">
            <a:avLst/>
          </a:prstGeom>
          <a:noFill/>
          <a:ln w="28575" cap="flat" cmpd="sng" algn="ctr">
            <a:solidFill>
              <a:schemeClr val="tx2">
                <a:lumMod val="60000"/>
                <a:lumOff val="40000"/>
              </a:schemeClr>
            </a:solidFill>
            <a:prstDash val="solid"/>
          </a:ln>
          <a:effectLst/>
        </p:spPr>
        <p:txBody>
          <a:bodyPr numCol="1" rtlCol="0" anchor="ctr"/>
          <a:lstStyle/>
          <a:p>
            <a:pPr marL="0" marR="0" lvl="0" indent="0" algn="ctr" defTabSz="913898"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FFFFFF"/>
              </a:solidFill>
              <a:effectLst/>
              <a:uLnTx/>
              <a:uFillTx/>
              <a:latin typeface="HP Simplified Light"/>
              <a:ea typeface="+mn-ea"/>
              <a:cs typeface="+mn-cs"/>
            </a:endParaRPr>
          </a:p>
        </p:txBody>
      </p:sp>
      <p:sp>
        <p:nvSpPr>
          <p:cNvPr id="87" name="TextBox 86">
            <a:extLst>
              <a:ext uri="{FF2B5EF4-FFF2-40B4-BE49-F238E27FC236}">
                <a16:creationId xmlns:a16="http://schemas.microsoft.com/office/drawing/2014/main" id="{AF3AE3F5-FA90-4D6E-ABA2-B692EDA1DB4F}"/>
              </a:ext>
            </a:extLst>
          </p:cNvPr>
          <p:cNvSpPr txBox="1"/>
          <p:nvPr/>
        </p:nvSpPr>
        <p:spPr>
          <a:xfrm>
            <a:off x="353454" y="1031831"/>
            <a:ext cx="1593450" cy="307777"/>
          </a:xfrm>
          <a:prstGeom prst="rect">
            <a:avLst/>
          </a:prstGeom>
          <a:solidFill>
            <a:srgbClr val="EDEDED"/>
          </a:solidFill>
        </p:spPr>
        <p:txBody>
          <a:bodyPr wrap="none" rtlCol="0">
            <a:spAutoFit/>
          </a:bodyPr>
          <a:lstStyle/>
          <a:p>
            <a:pPr marL="0" marR="0" lvl="0" indent="0" defTabSz="913898"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96D6"/>
                </a:solidFill>
                <a:effectLst/>
                <a:uLnTx/>
                <a:uFillTx/>
                <a:latin typeface="HP Simplified Light"/>
              </a:rPr>
              <a:t>Problem Statement</a:t>
            </a:r>
          </a:p>
        </p:txBody>
      </p:sp>
      <p:sp>
        <p:nvSpPr>
          <p:cNvPr id="88" name="TextBox 87">
            <a:extLst>
              <a:ext uri="{FF2B5EF4-FFF2-40B4-BE49-F238E27FC236}">
                <a16:creationId xmlns:a16="http://schemas.microsoft.com/office/drawing/2014/main" id="{4C7A38D8-4467-41FE-8856-714A4D704810}"/>
              </a:ext>
            </a:extLst>
          </p:cNvPr>
          <p:cNvSpPr txBox="1"/>
          <p:nvPr/>
        </p:nvSpPr>
        <p:spPr>
          <a:xfrm>
            <a:off x="353457" y="2083910"/>
            <a:ext cx="776879" cy="307777"/>
          </a:xfrm>
          <a:prstGeom prst="rect">
            <a:avLst/>
          </a:prstGeom>
          <a:solidFill>
            <a:srgbClr val="EDEDED"/>
          </a:solidFill>
        </p:spPr>
        <p:txBody>
          <a:bodyPr wrap="none" rtlCol="0">
            <a:spAutoFit/>
          </a:bodyPr>
          <a:lstStyle/>
          <a:p>
            <a:pPr marL="0" marR="0" lvl="0" indent="0" defTabSz="913898"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96D6"/>
                </a:solidFill>
                <a:effectLst/>
                <a:uLnTx/>
                <a:uFillTx/>
                <a:latin typeface="HP Simplified Light"/>
              </a:rPr>
              <a:t>Solution</a:t>
            </a:r>
          </a:p>
        </p:txBody>
      </p:sp>
      <p:sp>
        <p:nvSpPr>
          <p:cNvPr id="90" name="TextBox 89">
            <a:extLst>
              <a:ext uri="{FF2B5EF4-FFF2-40B4-BE49-F238E27FC236}">
                <a16:creationId xmlns:a16="http://schemas.microsoft.com/office/drawing/2014/main" id="{3A7A4D76-41B3-434D-9374-386AF517FAC0}"/>
              </a:ext>
            </a:extLst>
          </p:cNvPr>
          <p:cNvSpPr txBox="1"/>
          <p:nvPr/>
        </p:nvSpPr>
        <p:spPr>
          <a:xfrm>
            <a:off x="353454" y="4424406"/>
            <a:ext cx="2154692" cy="307777"/>
          </a:xfrm>
          <a:prstGeom prst="rect">
            <a:avLst/>
          </a:prstGeom>
          <a:solidFill>
            <a:srgbClr val="EDEDED"/>
          </a:solidFill>
        </p:spPr>
        <p:txBody>
          <a:bodyPr wrap="none" rtlCol="0">
            <a:spAutoFit/>
          </a:bodyPr>
          <a:lstStyle/>
          <a:p>
            <a:pPr marL="0" marR="0" lvl="0" indent="0" defTabSz="913898"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96D6"/>
                </a:solidFill>
                <a:effectLst/>
                <a:uLnTx/>
                <a:uFillTx/>
                <a:latin typeface="HP Simplified Light"/>
              </a:rPr>
              <a:t>High-Level Project Timeline</a:t>
            </a:r>
          </a:p>
        </p:txBody>
      </p:sp>
      <p:sp>
        <p:nvSpPr>
          <p:cNvPr id="91" name="TextBox 90">
            <a:extLst>
              <a:ext uri="{FF2B5EF4-FFF2-40B4-BE49-F238E27FC236}">
                <a16:creationId xmlns:a16="http://schemas.microsoft.com/office/drawing/2014/main" id="{33DC37F8-5CC3-48B6-A630-09E260601123}"/>
              </a:ext>
            </a:extLst>
          </p:cNvPr>
          <p:cNvSpPr txBox="1"/>
          <p:nvPr/>
        </p:nvSpPr>
        <p:spPr>
          <a:xfrm>
            <a:off x="212336" y="1263920"/>
            <a:ext cx="8750175" cy="892296"/>
          </a:xfrm>
          <a:prstGeom prst="rect">
            <a:avLst/>
          </a:prstGeom>
          <a:noFill/>
        </p:spPr>
        <p:txBody>
          <a:bodyPr wrap="square" rtlCol="0">
            <a:spAutoFit/>
          </a:bodyPr>
          <a:lstStyle/>
          <a:p>
            <a:pPr algn="just"/>
            <a:r>
              <a:rPr lang="en-US" sz="1333" dirty="0">
                <a:solidFill>
                  <a:schemeClr val="tx1">
                    <a:lumMod val="75000"/>
                    <a:lumOff val="25000"/>
                  </a:schemeClr>
                </a:solidFill>
                <a:latin typeface="HP Simplified Light" panose="020B0404020204020204" pitchFamily="34" charset="0"/>
              </a:rPr>
              <a:t> </a:t>
            </a:r>
            <a:r>
              <a:rPr lang="en-US" sz="1333" kern="0" dirty="0">
                <a:solidFill>
                  <a:schemeClr val="tx1">
                    <a:lumMod val="75000"/>
                    <a:lumOff val="25000"/>
                  </a:schemeClr>
                </a:solidFill>
                <a:latin typeface="HP Simplified Light" panose="020B0404020204020204" pitchFamily="34" charset="0"/>
              </a:rPr>
              <a:t>At the time to get data from CDAX, the information is very disorganized and sometimes useless, this causes extra work doing deep dives and cleaning the data before being able to read it and finding the required information. </a:t>
            </a:r>
          </a:p>
          <a:p>
            <a:pPr algn="just"/>
            <a:r>
              <a:rPr lang="en-US" sz="1333" kern="0" dirty="0">
                <a:solidFill>
                  <a:schemeClr val="tx1">
                    <a:lumMod val="75000"/>
                    <a:lumOff val="25000"/>
                  </a:schemeClr>
                </a:solidFill>
                <a:latin typeface="HP Simplified Light" panose="020B0404020204020204" pitchFamily="34" charset="0"/>
              </a:rPr>
              <a:t>This happens from the fact that there is no standardization in the tittles and notes taking</a:t>
            </a:r>
            <a:r>
              <a:rPr lang="en-US" sz="1200" dirty="0"/>
              <a:t>.</a:t>
            </a:r>
          </a:p>
          <a:p>
            <a:pPr defTabSz="914171">
              <a:lnSpc>
                <a:spcPct val="90000"/>
              </a:lnSpc>
            </a:pPr>
            <a:endParaRPr lang="en-US" sz="1333" dirty="0">
              <a:solidFill>
                <a:schemeClr val="tx1">
                  <a:lumMod val="75000"/>
                  <a:lumOff val="25000"/>
                </a:schemeClr>
              </a:solidFill>
              <a:latin typeface="HP Simplified Light" panose="020B0404020204020204" pitchFamily="34" charset="0"/>
            </a:endParaRPr>
          </a:p>
        </p:txBody>
      </p:sp>
      <p:sp>
        <p:nvSpPr>
          <p:cNvPr id="92" name="Rectangle 91">
            <a:extLst>
              <a:ext uri="{FF2B5EF4-FFF2-40B4-BE49-F238E27FC236}">
                <a16:creationId xmlns:a16="http://schemas.microsoft.com/office/drawing/2014/main" id="{4F179E3F-9F82-40D9-B887-77583CCEB0B7}"/>
              </a:ext>
            </a:extLst>
          </p:cNvPr>
          <p:cNvSpPr/>
          <p:nvPr/>
        </p:nvSpPr>
        <p:spPr>
          <a:xfrm>
            <a:off x="241096" y="3424003"/>
            <a:ext cx="8763922" cy="862362"/>
          </a:xfrm>
          <a:prstGeom prst="rect">
            <a:avLst/>
          </a:prstGeom>
          <a:noFill/>
          <a:ln w="28575" cap="flat" cmpd="sng" algn="ctr">
            <a:solidFill>
              <a:schemeClr val="tx2">
                <a:lumMod val="60000"/>
                <a:lumOff val="40000"/>
              </a:schemeClr>
            </a:solidFill>
            <a:prstDash val="solid"/>
          </a:ln>
          <a:effectLst/>
        </p:spPr>
        <p:txBody>
          <a:bodyPr numCol="1" rtlCol="0" anchor="ctr"/>
          <a:lstStyle/>
          <a:p>
            <a:pPr marL="0" marR="0" lvl="0" indent="0" algn="ctr" defTabSz="913898"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FFFFFF"/>
              </a:solidFill>
              <a:effectLst/>
              <a:uLnTx/>
              <a:uFillTx/>
              <a:latin typeface="HP Simplified Light"/>
              <a:ea typeface="+mn-ea"/>
              <a:cs typeface="+mn-cs"/>
            </a:endParaRPr>
          </a:p>
        </p:txBody>
      </p:sp>
      <p:sp>
        <p:nvSpPr>
          <p:cNvPr id="93" name="TextBox 92">
            <a:extLst>
              <a:ext uri="{FF2B5EF4-FFF2-40B4-BE49-F238E27FC236}">
                <a16:creationId xmlns:a16="http://schemas.microsoft.com/office/drawing/2014/main" id="{D17234AF-E0F9-4E7D-AD4E-11985063D084}"/>
              </a:ext>
            </a:extLst>
          </p:cNvPr>
          <p:cNvSpPr txBox="1"/>
          <p:nvPr/>
        </p:nvSpPr>
        <p:spPr>
          <a:xfrm>
            <a:off x="320853" y="3287596"/>
            <a:ext cx="946093" cy="307777"/>
          </a:xfrm>
          <a:prstGeom prst="rect">
            <a:avLst/>
          </a:prstGeom>
          <a:solidFill>
            <a:srgbClr val="EDEDED"/>
          </a:solidFill>
        </p:spPr>
        <p:txBody>
          <a:bodyPr wrap="none" rtlCol="0">
            <a:spAutoFit/>
          </a:bodyPr>
          <a:lstStyle/>
          <a:p>
            <a:pPr marL="0" marR="0" lvl="0" indent="0" defTabSz="913898"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96D6"/>
                </a:solidFill>
                <a:effectLst/>
                <a:uLnTx/>
                <a:uFillTx/>
                <a:latin typeface="HP Simplified Light"/>
              </a:rPr>
              <a:t>X to Y by Z</a:t>
            </a:r>
          </a:p>
        </p:txBody>
      </p:sp>
      <p:sp>
        <p:nvSpPr>
          <p:cNvPr id="94" name="TextBox 93">
            <a:extLst>
              <a:ext uri="{FF2B5EF4-FFF2-40B4-BE49-F238E27FC236}">
                <a16:creationId xmlns:a16="http://schemas.microsoft.com/office/drawing/2014/main" id="{FEF16375-12FA-42E9-BADE-541F9E395D8A}"/>
              </a:ext>
            </a:extLst>
          </p:cNvPr>
          <p:cNvSpPr txBox="1"/>
          <p:nvPr/>
        </p:nvSpPr>
        <p:spPr>
          <a:xfrm>
            <a:off x="212336" y="3491650"/>
            <a:ext cx="8746686" cy="707694"/>
          </a:xfrm>
          <a:prstGeom prst="rect">
            <a:avLst/>
          </a:prstGeom>
          <a:noFill/>
          <a:ln>
            <a:solidFill>
              <a:srgbClr val="E5E8E8"/>
            </a:solidFill>
          </a:ln>
        </p:spPr>
        <p:txBody>
          <a:bodyPr wrap="square" rtlCol="0">
            <a:spAutoFit/>
          </a:bodyPr>
          <a:lstStyle/>
          <a:p>
            <a:pPr marL="285750" marR="0" lvl="0" indent="-285750" defTabSz="91417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33" b="0" i="0" u="none" strike="noStrike" kern="0" cap="none" spc="0" normalizeH="0" baseline="0" noProof="0" dirty="0">
                <a:ln>
                  <a:noFill/>
                </a:ln>
                <a:solidFill>
                  <a:schemeClr val="tx1">
                    <a:lumMod val="75000"/>
                    <a:lumOff val="25000"/>
                  </a:schemeClr>
                </a:solidFill>
                <a:effectLst/>
                <a:uLnTx/>
                <a:uFillTx/>
                <a:latin typeface="HP Simplified Light" panose="020B0404020204020204" pitchFamily="34" charset="0"/>
              </a:rPr>
              <a:t>Minimize the usage to other tools from 3 to 1 </a:t>
            </a:r>
          </a:p>
          <a:p>
            <a:pPr marL="285750" marR="0" lvl="0" indent="-285750" defTabSz="91417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33" b="0" i="0" u="none" strike="noStrike" kern="0" cap="none" spc="0" normalizeH="0" baseline="0" noProof="0" dirty="0">
                <a:ln>
                  <a:noFill/>
                </a:ln>
                <a:solidFill>
                  <a:schemeClr val="tx1">
                    <a:lumMod val="75000"/>
                    <a:lumOff val="25000"/>
                  </a:schemeClr>
                </a:solidFill>
                <a:effectLst/>
                <a:uLnTx/>
                <a:uFillTx/>
                <a:latin typeface="HP Simplified Light" panose="020B0404020204020204" pitchFamily="34" charset="0"/>
              </a:rPr>
              <a:t>Reduce the number of root cause categories  in 58%</a:t>
            </a:r>
            <a:r>
              <a:rPr lang="en-US" sz="1333" kern="0" noProof="0" dirty="0">
                <a:solidFill>
                  <a:schemeClr val="tx1">
                    <a:lumMod val="75000"/>
                    <a:lumOff val="25000"/>
                  </a:schemeClr>
                </a:solidFill>
                <a:latin typeface="HP Simplified Light" panose="020B0404020204020204" pitchFamily="34" charset="0"/>
              </a:rPr>
              <a:t> and </a:t>
            </a:r>
            <a:r>
              <a:rPr kumimoji="0" lang="en-US" sz="1333" b="0" i="0" u="none" strike="noStrike" kern="0" cap="none" spc="0" normalizeH="0" baseline="0" noProof="0" dirty="0">
                <a:ln>
                  <a:noFill/>
                </a:ln>
                <a:solidFill>
                  <a:schemeClr val="tx1">
                    <a:lumMod val="75000"/>
                    <a:lumOff val="25000"/>
                  </a:schemeClr>
                </a:solidFill>
                <a:effectLst/>
                <a:uLnTx/>
                <a:uFillTx/>
                <a:latin typeface="HP Simplified Light" panose="020B0404020204020204" pitchFamily="34" charset="0"/>
              </a:rPr>
              <a:t>the number of fix categories in 74%</a:t>
            </a:r>
          </a:p>
          <a:p>
            <a:pPr marL="285750" marR="0" lvl="0" indent="-285750" defTabSz="91417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33" b="0" i="0" u="none" strike="noStrike" kern="0" cap="none" spc="0" normalizeH="0" baseline="0" noProof="0" dirty="0">
                <a:ln>
                  <a:noFill/>
                </a:ln>
                <a:solidFill>
                  <a:schemeClr val="tx1">
                    <a:lumMod val="75000"/>
                    <a:lumOff val="25000"/>
                  </a:schemeClr>
                </a:solidFill>
                <a:effectLst/>
                <a:uLnTx/>
                <a:uFillTx/>
                <a:latin typeface="HP Simplified Light" panose="020B0404020204020204" pitchFamily="34" charset="0"/>
              </a:rPr>
              <a:t>Getting 90% usable data </a:t>
            </a:r>
            <a:r>
              <a:rPr lang="en-US" sz="1333" kern="0" dirty="0">
                <a:solidFill>
                  <a:schemeClr val="tx1">
                    <a:lumMod val="75000"/>
                    <a:lumOff val="25000"/>
                  </a:schemeClr>
                </a:solidFill>
                <a:latin typeface="HP Simplified Light" panose="020B0404020204020204" pitchFamily="34" charset="0"/>
              </a:rPr>
              <a:t>from CDAX reports </a:t>
            </a:r>
            <a:endParaRPr kumimoji="0" lang="en-US" sz="1333" b="0" i="0" u="none" strike="noStrike" kern="0" cap="none" spc="0" normalizeH="0" baseline="0" noProof="0" dirty="0">
              <a:ln>
                <a:noFill/>
              </a:ln>
              <a:solidFill>
                <a:schemeClr val="tx1">
                  <a:lumMod val="75000"/>
                  <a:lumOff val="25000"/>
                </a:schemeClr>
              </a:solidFill>
              <a:effectLst/>
              <a:uLnTx/>
              <a:uFillTx/>
              <a:latin typeface="HP Simplified Light" panose="020B0404020204020204" pitchFamily="34" charset="0"/>
            </a:endParaRPr>
          </a:p>
        </p:txBody>
      </p:sp>
      <p:sp>
        <p:nvSpPr>
          <p:cNvPr id="95" name="Pentagon 15">
            <a:extLst>
              <a:ext uri="{FF2B5EF4-FFF2-40B4-BE49-F238E27FC236}">
                <a16:creationId xmlns:a16="http://schemas.microsoft.com/office/drawing/2014/main" id="{3FC40BAE-7722-4ACF-A5C3-812E868A1AA8}"/>
              </a:ext>
            </a:extLst>
          </p:cNvPr>
          <p:cNvSpPr/>
          <p:nvPr/>
        </p:nvSpPr>
        <p:spPr>
          <a:xfrm>
            <a:off x="779657" y="5255458"/>
            <a:ext cx="1456505" cy="349969"/>
          </a:xfrm>
          <a:prstGeom prst="homePlate">
            <a:avLst>
              <a:gd name="adj" fmla="val 31250"/>
            </a:avLst>
          </a:prstGeom>
          <a:solidFill>
            <a:srgbClr val="0096D6"/>
          </a:solidFill>
          <a:ln w="25400" cap="flat" cmpd="sng" algn="ctr">
            <a:noFill/>
            <a:prstDash val="solid"/>
          </a:ln>
          <a:effectLst/>
        </p:spPr>
        <p:txBody>
          <a:bodyPr tIns="0" rIns="91344" bIns="0" rtlCol="0" anchor="ctr"/>
          <a:lstStyle/>
          <a:p>
            <a:pPr marL="0" marR="0" lvl="0" indent="0" defTabSz="913898" eaLnBrk="1" fontAlgn="auto" latinLnBrk="0" hangingPunct="1">
              <a:lnSpc>
                <a:spcPct val="9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white"/>
                </a:solidFill>
                <a:effectLst/>
                <a:uLnTx/>
                <a:uFillTx/>
                <a:latin typeface="HP Simplified Light"/>
                <a:ea typeface="+mn-ea"/>
                <a:cs typeface="+mn-cs"/>
              </a:rPr>
              <a:t>Elaboration of the app </a:t>
            </a:r>
          </a:p>
          <a:p>
            <a:pPr marL="0" marR="0" lvl="0" indent="0" defTabSz="913898" eaLnBrk="1" fontAlgn="auto" latinLnBrk="0" hangingPunct="1">
              <a:lnSpc>
                <a:spcPct val="90000"/>
              </a:lnSpc>
              <a:spcBef>
                <a:spcPts val="0"/>
              </a:spcBef>
              <a:spcAft>
                <a:spcPts val="0"/>
              </a:spcAft>
              <a:buClrTx/>
              <a:buSzTx/>
              <a:buFontTx/>
              <a:buNone/>
              <a:tabLst/>
              <a:defRPr/>
            </a:pPr>
            <a:endParaRPr kumimoji="0" lang="en-US" sz="900" b="0" i="0" u="none" strike="noStrike" kern="0" cap="none" spc="0" normalizeH="0" baseline="0" noProof="0" dirty="0">
              <a:ln>
                <a:noFill/>
              </a:ln>
              <a:solidFill>
                <a:prstClr val="white"/>
              </a:solidFill>
              <a:effectLst/>
              <a:uLnTx/>
              <a:uFillTx/>
              <a:latin typeface="HP Simplified Light"/>
              <a:ea typeface="+mn-ea"/>
              <a:cs typeface="+mn-cs"/>
            </a:endParaRPr>
          </a:p>
        </p:txBody>
      </p:sp>
      <p:sp>
        <p:nvSpPr>
          <p:cNvPr id="96" name="Rectangle 95">
            <a:extLst>
              <a:ext uri="{FF2B5EF4-FFF2-40B4-BE49-F238E27FC236}">
                <a16:creationId xmlns:a16="http://schemas.microsoft.com/office/drawing/2014/main" id="{998B7C5E-6605-4A9C-B5FE-019324694FD1}"/>
              </a:ext>
            </a:extLst>
          </p:cNvPr>
          <p:cNvSpPr/>
          <p:nvPr/>
        </p:nvSpPr>
        <p:spPr>
          <a:xfrm>
            <a:off x="9320100" y="5508239"/>
            <a:ext cx="2732126" cy="756855"/>
          </a:xfrm>
          <a:prstGeom prst="rect">
            <a:avLst/>
          </a:prstGeom>
          <a:noFill/>
          <a:ln w="28575" cap="flat" cmpd="sng" algn="ctr">
            <a:solidFill>
              <a:schemeClr val="tx2">
                <a:lumMod val="60000"/>
                <a:lumOff val="40000"/>
              </a:schemeClr>
            </a:solidFill>
            <a:prstDash val="solid"/>
          </a:ln>
          <a:effectLst/>
        </p:spPr>
        <p:txBody>
          <a:bodyPr numCol="1" rtlCol="0" anchor="ctr"/>
          <a:lstStyle/>
          <a:p>
            <a:pPr marL="0" marR="0" lvl="0" indent="0" algn="ctr" defTabSz="913898" eaLnBrk="1" fontAlgn="auto" latinLnBrk="0" hangingPunct="1">
              <a:lnSpc>
                <a:spcPct val="100000"/>
              </a:lnSpc>
              <a:spcBef>
                <a:spcPts val="0"/>
              </a:spcBef>
              <a:spcAft>
                <a:spcPts val="0"/>
              </a:spcAft>
              <a:buClrTx/>
              <a:buSzTx/>
              <a:buFontTx/>
              <a:buNone/>
              <a:tabLst/>
              <a:defRPr/>
            </a:pPr>
            <a:endParaRPr kumimoji="0" lang="en-US" sz="1794" b="0" i="0" u="none" strike="noStrike" kern="0" cap="none" spc="0" normalizeH="0" baseline="0" noProof="0">
              <a:ln>
                <a:noFill/>
              </a:ln>
              <a:solidFill>
                <a:srgbClr val="FFFFFF"/>
              </a:solidFill>
              <a:effectLst/>
              <a:uLnTx/>
              <a:uFillTx/>
              <a:latin typeface="HP Simplified Light"/>
              <a:ea typeface="+mn-ea"/>
              <a:cs typeface="+mn-cs"/>
            </a:endParaRPr>
          </a:p>
        </p:txBody>
      </p:sp>
      <p:sp>
        <p:nvSpPr>
          <p:cNvPr id="97" name="TextBox 96">
            <a:extLst>
              <a:ext uri="{FF2B5EF4-FFF2-40B4-BE49-F238E27FC236}">
                <a16:creationId xmlns:a16="http://schemas.microsoft.com/office/drawing/2014/main" id="{3715EEA0-E010-48EB-B7F9-5F7374E18528}"/>
              </a:ext>
            </a:extLst>
          </p:cNvPr>
          <p:cNvSpPr txBox="1"/>
          <p:nvPr/>
        </p:nvSpPr>
        <p:spPr>
          <a:xfrm>
            <a:off x="9433857" y="5330826"/>
            <a:ext cx="2152449" cy="307777"/>
          </a:xfrm>
          <a:prstGeom prst="rect">
            <a:avLst/>
          </a:prstGeom>
          <a:solidFill>
            <a:srgbClr val="EDEDED"/>
          </a:solidFill>
        </p:spPr>
        <p:txBody>
          <a:bodyPr wrap="square" rtlCol="0">
            <a:spAutoFit/>
          </a:bodyPr>
          <a:lstStyle/>
          <a:p>
            <a:pPr marL="0" marR="0" lvl="0" indent="0" defTabSz="913898"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96D6"/>
                </a:solidFill>
                <a:effectLst/>
                <a:uLnTx/>
                <a:uFillTx/>
                <a:latin typeface="HP Simplified Light"/>
              </a:rPr>
              <a:t>Mapping to ATS Priorities</a:t>
            </a:r>
          </a:p>
        </p:txBody>
      </p:sp>
      <p:sp>
        <p:nvSpPr>
          <p:cNvPr id="99" name="Pentagon 15">
            <a:extLst>
              <a:ext uri="{FF2B5EF4-FFF2-40B4-BE49-F238E27FC236}">
                <a16:creationId xmlns:a16="http://schemas.microsoft.com/office/drawing/2014/main" id="{3877F6E3-302F-44D3-A0E6-D1D42FC51C7D}"/>
              </a:ext>
            </a:extLst>
          </p:cNvPr>
          <p:cNvSpPr/>
          <p:nvPr/>
        </p:nvSpPr>
        <p:spPr>
          <a:xfrm>
            <a:off x="2463225" y="5244111"/>
            <a:ext cx="1644846" cy="349969"/>
          </a:xfrm>
          <a:prstGeom prst="homePlate">
            <a:avLst>
              <a:gd name="adj" fmla="val 31250"/>
            </a:avLst>
          </a:prstGeom>
          <a:solidFill>
            <a:srgbClr val="0096D6"/>
          </a:solidFill>
          <a:ln w="25400" cap="flat" cmpd="sng" algn="ctr">
            <a:noFill/>
            <a:prstDash val="solid"/>
          </a:ln>
          <a:effectLst/>
        </p:spPr>
        <p:txBody>
          <a:bodyPr tIns="0" rIns="91344" bIns="0" rtlCol="0" anchor="ctr"/>
          <a:lstStyle/>
          <a:p>
            <a:pPr marL="0" marR="0" lvl="0" indent="0" defTabSz="913898" eaLnBrk="1" fontAlgn="auto" latinLnBrk="0" hangingPunct="1">
              <a:lnSpc>
                <a:spcPct val="9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white"/>
                </a:solidFill>
                <a:effectLst/>
                <a:uLnTx/>
                <a:uFillTx/>
                <a:latin typeface="HP Simplified Light"/>
                <a:ea typeface="+mn-ea"/>
                <a:cs typeface="+mn-cs"/>
              </a:rPr>
              <a:t>Implementation and feedback</a:t>
            </a:r>
            <a:r>
              <a:rPr kumimoji="0" lang="en-US" sz="900" b="0" i="0" u="none" strike="noStrike" kern="0" cap="none" spc="0" normalizeH="0" baseline="0" noProof="0" dirty="0">
                <a:ln>
                  <a:noFill/>
                </a:ln>
                <a:solidFill>
                  <a:prstClr val="white"/>
                </a:solidFill>
                <a:effectLst/>
                <a:uLnTx/>
                <a:uFillTx/>
                <a:latin typeface="HP Simplified Light"/>
                <a:ea typeface="+mn-ea"/>
                <a:cs typeface="+mn-cs"/>
              </a:rPr>
              <a:t>. A4</a:t>
            </a:r>
          </a:p>
        </p:txBody>
      </p:sp>
      <p:sp>
        <p:nvSpPr>
          <p:cNvPr id="101" name="Diamond 100">
            <a:extLst>
              <a:ext uri="{FF2B5EF4-FFF2-40B4-BE49-F238E27FC236}">
                <a16:creationId xmlns:a16="http://schemas.microsoft.com/office/drawing/2014/main" id="{5ABDFFDC-BC3B-4500-AD47-53C87333F1CE}"/>
              </a:ext>
            </a:extLst>
          </p:cNvPr>
          <p:cNvSpPr/>
          <p:nvPr/>
        </p:nvSpPr>
        <p:spPr>
          <a:xfrm>
            <a:off x="2241332" y="5319003"/>
            <a:ext cx="230285" cy="255075"/>
          </a:xfrm>
          <a:prstGeom prst="diamond">
            <a:avLst/>
          </a:prstGeom>
          <a:solidFill>
            <a:schemeClr val="accent6"/>
          </a:solidFill>
          <a:ln w="19050" cap="flat" cmpd="sng" algn="ctr">
            <a:noFill/>
            <a:prstDash val="solid"/>
            <a:miter lim="800000"/>
          </a:ln>
          <a:effectLst/>
        </p:spPr>
        <p:txBody>
          <a:bodyPr rtlCol="0" anchor="ctr"/>
          <a:lstStyle/>
          <a:p>
            <a:pPr marL="0" marR="0" lvl="0" indent="0" algn="ctr" defTabSz="914171" eaLnBrk="1" fontAlgn="auto" latinLnBrk="0" hangingPunct="1">
              <a:lnSpc>
                <a:spcPct val="9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HP Simplified Light"/>
              <a:ea typeface="+mn-ea"/>
              <a:cs typeface="+mn-cs"/>
            </a:endParaRPr>
          </a:p>
        </p:txBody>
      </p:sp>
      <p:sp>
        <p:nvSpPr>
          <p:cNvPr id="102" name="Diamond 101">
            <a:extLst>
              <a:ext uri="{FF2B5EF4-FFF2-40B4-BE49-F238E27FC236}">
                <a16:creationId xmlns:a16="http://schemas.microsoft.com/office/drawing/2014/main" id="{690F3D50-6FBC-4D20-8592-F347504CF6C6}"/>
              </a:ext>
            </a:extLst>
          </p:cNvPr>
          <p:cNvSpPr/>
          <p:nvPr/>
        </p:nvSpPr>
        <p:spPr>
          <a:xfrm>
            <a:off x="544202" y="5296757"/>
            <a:ext cx="230285" cy="255075"/>
          </a:xfrm>
          <a:prstGeom prst="diamond">
            <a:avLst/>
          </a:prstGeom>
          <a:solidFill>
            <a:schemeClr val="accent6"/>
          </a:solidFill>
          <a:ln w="19050" cap="flat" cmpd="sng" algn="ctr">
            <a:noFill/>
            <a:prstDash val="solid"/>
            <a:miter lim="800000"/>
          </a:ln>
          <a:effectLst/>
        </p:spPr>
        <p:txBody>
          <a:bodyPr rtlCol="0" anchor="ctr"/>
          <a:lstStyle/>
          <a:p>
            <a:pPr marL="0" marR="0" lvl="0" indent="0" algn="ctr" defTabSz="914171" eaLnBrk="1" fontAlgn="auto" latinLnBrk="0" hangingPunct="1">
              <a:lnSpc>
                <a:spcPct val="9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HP Simplified Light"/>
              <a:ea typeface="+mn-ea"/>
              <a:cs typeface="+mn-cs"/>
            </a:endParaRPr>
          </a:p>
        </p:txBody>
      </p:sp>
      <p:sp>
        <p:nvSpPr>
          <p:cNvPr id="103" name="Diamond 102">
            <a:extLst>
              <a:ext uri="{FF2B5EF4-FFF2-40B4-BE49-F238E27FC236}">
                <a16:creationId xmlns:a16="http://schemas.microsoft.com/office/drawing/2014/main" id="{725FB8CD-6956-4413-80BD-710E83016568}"/>
              </a:ext>
            </a:extLst>
          </p:cNvPr>
          <p:cNvSpPr/>
          <p:nvPr/>
        </p:nvSpPr>
        <p:spPr>
          <a:xfrm>
            <a:off x="4108071" y="5292732"/>
            <a:ext cx="230285" cy="255075"/>
          </a:xfrm>
          <a:prstGeom prst="diamond">
            <a:avLst/>
          </a:prstGeom>
          <a:solidFill>
            <a:schemeClr val="accent6"/>
          </a:solidFill>
          <a:ln w="19050" cap="flat" cmpd="sng" algn="ctr">
            <a:noFill/>
            <a:prstDash val="solid"/>
            <a:miter lim="800000"/>
          </a:ln>
          <a:effectLst/>
        </p:spPr>
        <p:txBody>
          <a:bodyPr rtlCol="0" anchor="ctr"/>
          <a:lstStyle/>
          <a:p>
            <a:pPr marL="0" marR="0" lvl="0" indent="0" algn="ctr" defTabSz="914171" eaLnBrk="1" fontAlgn="auto" latinLnBrk="0" hangingPunct="1">
              <a:lnSpc>
                <a:spcPct val="9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HP Simplified Light"/>
              <a:ea typeface="+mn-ea"/>
              <a:cs typeface="+mn-cs"/>
            </a:endParaRPr>
          </a:p>
        </p:txBody>
      </p:sp>
      <p:sp>
        <p:nvSpPr>
          <p:cNvPr id="104" name="Rectangle 103">
            <a:extLst>
              <a:ext uri="{FF2B5EF4-FFF2-40B4-BE49-F238E27FC236}">
                <a16:creationId xmlns:a16="http://schemas.microsoft.com/office/drawing/2014/main" id="{6A6B7A60-4C30-4168-9119-078164443F78}"/>
              </a:ext>
            </a:extLst>
          </p:cNvPr>
          <p:cNvSpPr/>
          <p:nvPr/>
        </p:nvSpPr>
        <p:spPr>
          <a:xfrm>
            <a:off x="9277301" y="4445919"/>
            <a:ext cx="2782609" cy="862362"/>
          </a:xfrm>
          <a:prstGeom prst="rect">
            <a:avLst/>
          </a:prstGeom>
          <a:noFill/>
          <a:ln w="28575" cap="flat" cmpd="sng" algn="ctr">
            <a:solidFill>
              <a:schemeClr val="tx2">
                <a:lumMod val="60000"/>
                <a:lumOff val="40000"/>
              </a:schemeClr>
            </a:solidFill>
            <a:prstDash val="solid"/>
          </a:ln>
          <a:effectLst/>
        </p:spPr>
        <p:txBody>
          <a:bodyPr numCol="1" rtlCol="0" anchor="ctr"/>
          <a:lstStyle/>
          <a:p>
            <a:pPr marL="0" marR="0" lvl="0" indent="0" algn="ctr" defTabSz="913898"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FFFFFF"/>
              </a:solidFill>
              <a:effectLst/>
              <a:uLnTx/>
              <a:uFillTx/>
              <a:latin typeface="HP Simplified Light"/>
              <a:ea typeface="+mn-ea"/>
              <a:cs typeface="+mn-cs"/>
            </a:endParaRPr>
          </a:p>
        </p:txBody>
      </p:sp>
      <p:sp>
        <p:nvSpPr>
          <p:cNvPr id="105" name="TextBox 104">
            <a:extLst>
              <a:ext uri="{FF2B5EF4-FFF2-40B4-BE49-F238E27FC236}">
                <a16:creationId xmlns:a16="http://schemas.microsoft.com/office/drawing/2014/main" id="{BE245853-A257-4091-9B4E-899B64A4345B}"/>
              </a:ext>
            </a:extLst>
          </p:cNvPr>
          <p:cNvSpPr txBox="1"/>
          <p:nvPr/>
        </p:nvSpPr>
        <p:spPr>
          <a:xfrm>
            <a:off x="9357057" y="4309512"/>
            <a:ext cx="1312642" cy="307777"/>
          </a:xfrm>
          <a:prstGeom prst="rect">
            <a:avLst/>
          </a:prstGeom>
          <a:solidFill>
            <a:srgbClr val="EDEDED"/>
          </a:solidFill>
        </p:spPr>
        <p:txBody>
          <a:bodyPr wrap="square" rtlCol="0">
            <a:spAutoFit/>
          </a:bodyPr>
          <a:lstStyle/>
          <a:p>
            <a:pPr marL="0" marR="0" lvl="0" indent="0" defTabSz="913898"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96D6"/>
                </a:solidFill>
                <a:effectLst/>
                <a:uLnTx/>
                <a:uFillTx/>
                <a:latin typeface="HP Simplified Light"/>
              </a:rPr>
              <a:t>Metrics/Goal</a:t>
            </a:r>
          </a:p>
        </p:txBody>
      </p:sp>
      <p:sp>
        <p:nvSpPr>
          <p:cNvPr id="108" name="Diamond 107">
            <a:extLst>
              <a:ext uri="{FF2B5EF4-FFF2-40B4-BE49-F238E27FC236}">
                <a16:creationId xmlns:a16="http://schemas.microsoft.com/office/drawing/2014/main" id="{829301BA-1BA9-4F11-A606-C146ADB15E05}"/>
              </a:ext>
            </a:extLst>
          </p:cNvPr>
          <p:cNvSpPr/>
          <p:nvPr/>
        </p:nvSpPr>
        <p:spPr>
          <a:xfrm>
            <a:off x="6092408" y="5320094"/>
            <a:ext cx="230285" cy="255075"/>
          </a:xfrm>
          <a:prstGeom prst="diamond">
            <a:avLst/>
          </a:prstGeom>
          <a:solidFill>
            <a:srgbClr val="C00000"/>
          </a:solidFill>
          <a:ln w="19050" cap="flat" cmpd="sng" algn="ctr">
            <a:noFill/>
            <a:prstDash val="solid"/>
            <a:miter lim="800000"/>
          </a:ln>
          <a:effectLst/>
        </p:spPr>
        <p:txBody>
          <a:bodyPr rtlCol="0" anchor="ctr"/>
          <a:lstStyle/>
          <a:p>
            <a:pPr marL="0" marR="0" lvl="0" indent="0" algn="ctr" defTabSz="914171" eaLnBrk="1" fontAlgn="auto" latinLnBrk="0" hangingPunct="1">
              <a:lnSpc>
                <a:spcPct val="9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HP Simplified Light"/>
              <a:ea typeface="+mn-ea"/>
              <a:cs typeface="+mn-cs"/>
            </a:endParaRPr>
          </a:p>
        </p:txBody>
      </p:sp>
      <p:sp>
        <p:nvSpPr>
          <p:cNvPr id="110" name="object 2">
            <a:extLst>
              <a:ext uri="{FF2B5EF4-FFF2-40B4-BE49-F238E27FC236}">
                <a16:creationId xmlns:a16="http://schemas.microsoft.com/office/drawing/2014/main" id="{2CC40C46-E34F-4CEB-AE8C-456E6D950030}"/>
              </a:ext>
            </a:extLst>
          </p:cNvPr>
          <p:cNvSpPr txBox="1">
            <a:spLocks/>
          </p:cNvSpPr>
          <p:nvPr/>
        </p:nvSpPr>
        <p:spPr>
          <a:xfrm>
            <a:off x="1172221" y="226699"/>
            <a:ext cx="7790290" cy="492443"/>
          </a:xfrm>
          <a:prstGeom prst="rect">
            <a:avLst/>
          </a:prstGeom>
        </p:spPr>
        <p:txBody>
          <a:bodyPr vert="horz" wrap="square" lIns="0" tIns="0" rIns="0" bIns="0" rtlCol="0" anchor="b" anchorCtr="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696">
              <a:lnSpc>
                <a:spcPct val="100000"/>
              </a:lnSpc>
            </a:pPr>
            <a:r>
              <a:rPr lang="en-US" sz="3200" spc="-150" dirty="0">
                <a:solidFill>
                  <a:srgbClr val="00B0F0"/>
                </a:solidFill>
                <a:latin typeface="HP Simplified Light" panose="020B0404020204020204" pitchFamily="34" charset="0"/>
              </a:rPr>
              <a:t>Project Charter </a:t>
            </a:r>
            <a:r>
              <a:rPr lang="en-US" sz="3200" spc="-150" dirty="0">
                <a:solidFill>
                  <a:srgbClr val="00B0F0"/>
                </a:solidFill>
                <a:latin typeface="HP Simplified Light" panose="020B0404020204020204" pitchFamily="34" charset="0"/>
                <a:sym typeface="Symbol" panose="05050102010706020507" pitchFamily="18" charset="2"/>
              </a:rPr>
              <a:t>| </a:t>
            </a:r>
            <a:r>
              <a:rPr lang="en-US" sz="3200" spc="-150" dirty="0">
                <a:latin typeface="HP Simplified Light" panose="020B0404020204020204" pitchFamily="34" charset="0"/>
                <a:sym typeface="Symbol" panose="05050102010706020507" pitchFamily="18" charset="2"/>
              </a:rPr>
              <a:t>ATS Notepad </a:t>
            </a:r>
            <a:endParaRPr lang="en-US" sz="3200" spc="-80" dirty="0">
              <a:latin typeface="HP Simplified Light" panose="020B0404020204020204" pitchFamily="34" charset="0"/>
            </a:endParaRPr>
          </a:p>
        </p:txBody>
      </p:sp>
      <p:sp>
        <p:nvSpPr>
          <p:cNvPr id="2" name="TextBox 1">
            <a:extLst>
              <a:ext uri="{FF2B5EF4-FFF2-40B4-BE49-F238E27FC236}">
                <a16:creationId xmlns:a16="http://schemas.microsoft.com/office/drawing/2014/main" id="{04834A7F-E9CD-4F6A-948D-4A2D7AFBE067}"/>
              </a:ext>
            </a:extLst>
          </p:cNvPr>
          <p:cNvSpPr txBox="1"/>
          <p:nvPr/>
        </p:nvSpPr>
        <p:spPr>
          <a:xfrm>
            <a:off x="258333" y="2390934"/>
            <a:ext cx="8704178" cy="707694"/>
          </a:xfrm>
          <a:prstGeom prst="rect">
            <a:avLst/>
          </a:prstGeom>
          <a:noFill/>
        </p:spPr>
        <p:txBody>
          <a:bodyPr wrap="square" rtlCol="0">
            <a:spAutoFit/>
          </a:bodyPr>
          <a:lstStyle/>
          <a:p>
            <a:pPr algn="just"/>
            <a:r>
              <a:rPr lang="en-US" sz="1333" kern="0" dirty="0">
                <a:solidFill>
                  <a:schemeClr val="tx1">
                    <a:lumMod val="75000"/>
                    <a:lumOff val="25000"/>
                  </a:schemeClr>
                </a:solidFill>
                <a:latin typeface="HP Simplified Light" panose="020B0404020204020204" pitchFamily="34" charset="0"/>
              </a:rPr>
              <a:t>Implementation of a case data consistency program to take notes and tittles, with a friendly interface, sightly and easy to use, to standardize the case documentation and tittle creation, reducing the time in aux, becoming the process more efficient, improving the data collection for reports and accelerating the process training with the training of the new hires. </a:t>
            </a:r>
            <a:endParaRPr lang="en-GB" sz="1333" kern="0" dirty="0">
              <a:solidFill>
                <a:schemeClr val="tx1">
                  <a:lumMod val="75000"/>
                  <a:lumOff val="25000"/>
                </a:schemeClr>
              </a:solidFill>
              <a:latin typeface="HP Simplified Light" panose="020B0404020204020204" pitchFamily="34" charset="0"/>
            </a:endParaRPr>
          </a:p>
        </p:txBody>
      </p:sp>
      <p:pic>
        <p:nvPicPr>
          <p:cNvPr id="4" name="Picture 3" descr="Icon&#10;&#10;Description automatically generated">
            <a:extLst>
              <a:ext uri="{FF2B5EF4-FFF2-40B4-BE49-F238E27FC236}">
                <a16:creationId xmlns:a16="http://schemas.microsoft.com/office/drawing/2014/main" id="{1093E16A-3DA7-445A-9668-18BE4301F53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4294" b="89571" l="8874" r="89420">
                        <a14:foregroundMark x1="23549" y1="28221" x2="22867" y2="42331"/>
                        <a14:foregroundMark x1="21160" y1="49693" x2="22526" y2="61656"/>
                        <a14:foregroundMark x1="21160" y1="65644" x2="23549" y2="82822"/>
                        <a14:foregroundMark x1="23549" y1="82822" x2="19113" y2="88037"/>
                        <a14:foregroundMark x1="13311" y1="82515" x2="13311" y2="82515"/>
                        <a14:foregroundMark x1="10922" y1="73313" x2="10922" y2="73313"/>
                        <a14:foregroundMark x1="9556" y1="63497" x2="9556" y2="63497"/>
                        <a14:foregroundMark x1="9898" y1="53681" x2="9898" y2="53681"/>
                        <a14:foregroundMark x1="10239" y1="44172" x2="10239" y2="44172"/>
                        <a14:foregroundMark x1="11263" y1="33129" x2="11263" y2="33129"/>
                        <a14:foregroundMark x1="11263" y1="25153" x2="11263" y2="25153"/>
                        <a14:foregroundMark x1="19113" y1="19939" x2="19113" y2="19939"/>
                        <a14:foregroundMark x1="72355" y1="10736" x2="72355" y2="10736"/>
                        <a14:foregroundMark x1="81229" y1="8896" x2="88055" y2="27607"/>
                        <a14:foregroundMark x1="86689" y1="35276" x2="88396" y2="70859"/>
                        <a14:foregroundMark x1="81911" y1="8589" x2="40273" y2="11656"/>
                        <a14:foregroundMark x1="38225" y1="11963" x2="29693" y2="12577"/>
                        <a14:foregroundMark x1="88737" y1="4294" x2="82935" y2="4294"/>
                        <a14:foregroundMark x1="62457" y1="53988" x2="61775" y2="55215"/>
                        <a14:foregroundMark x1="23549" y1="13804" x2="23549" y2="13804"/>
                        <a14:foregroundMark x1="61775" y1="46933" x2="63823" y2="46933"/>
                      </a14:backgroundRemoval>
                    </a14:imgEffect>
                  </a14:imgLayer>
                </a14:imgProps>
              </a:ext>
              <a:ext uri="{28A0092B-C50C-407E-A947-70E740481C1C}">
                <a14:useLocalDpi xmlns:a14="http://schemas.microsoft.com/office/drawing/2010/main" val="0"/>
              </a:ext>
            </a:extLst>
          </a:blip>
          <a:stretch>
            <a:fillRect/>
          </a:stretch>
        </p:blipFill>
        <p:spPr>
          <a:xfrm>
            <a:off x="431059" y="127074"/>
            <a:ext cx="621674" cy="691692"/>
          </a:xfrm>
          <a:prstGeom prst="rect">
            <a:avLst/>
          </a:prstGeom>
        </p:spPr>
      </p:pic>
      <p:sp>
        <p:nvSpPr>
          <p:cNvPr id="35" name="Pentagon 15">
            <a:extLst>
              <a:ext uri="{FF2B5EF4-FFF2-40B4-BE49-F238E27FC236}">
                <a16:creationId xmlns:a16="http://schemas.microsoft.com/office/drawing/2014/main" id="{EF47F041-FA1D-4DDB-86C2-7E52B6BA5B35}"/>
              </a:ext>
            </a:extLst>
          </p:cNvPr>
          <p:cNvSpPr/>
          <p:nvPr/>
        </p:nvSpPr>
        <p:spPr>
          <a:xfrm>
            <a:off x="4547326" y="5253149"/>
            <a:ext cx="1548674" cy="385454"/>
          </a:xfrm>
          <a:prstGeom prst="homePlate">
            <a:avLst>
              <a:gd name="adj" fmla="val 31250"/>
            </a:avLst>
          </a:prstGeom>
          <a:solidFill>
            <a:srgbClr val="0096D6"/>
          </a:solidFill>
          <a:ln w="25400" cap="flat" cmpd="sng" algn="ctr">
            <a:noFill/>
            <a:prstDash val="solid"/>
          </a:ln>
          <a:effectLst/>
        </p:spPr>
        <p:txBody>
          <a:bodyPr tIns="0" rIns="91344" bIns="0" rtlCol="0" anchor="ctr"/>
          <a:lstStyle/>
          <a:p>
            <a:pPr marL="0" marR="0" lvl="0" indent="0" defTabSz="913898" eaLnBrk="1" fontAlgn="auto" latinLnBrk="0" hangingPunct="1">
              <a:lnSpc>
                <a:spcPct val="9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white"/>
                </a:solidFill>
                <a:effectLst/>
                <a:uLnTx/>
                <a:uFillTx/>
                <a:latin typeface="HP Simplified Light"/>
                <a:ea typeface="+mn-ea"/>
                <a:cs typeface="+mn-cs"/>
              </a:rPr>
              <a:t>Analysis of the data &amp; web-based creation </a:t>
            </a:r>
          </a:p>
          <a:p>
            <a:pPr marL="0" marR="0" lvl="0" indent="0" defTabSz="913898" eaLnBrk="1" fontAlgn="auto" latinLnBrk="0" hangingPunct="1">
              <a:lnSpc>
                <a:spcPct val="90000"/>
              </a:lnSpc>
              <a:spcBef>
                <a:spcPts val="0"/>
              </a:spcBef>
              <a:spcAft>
                <a:spcPts val="0"/>
              </a:spcAft>
              <a:buClrTx/>
              <a:buSzTx/>
              <a:buFontTx/>
              <a:buNone/>
              <a:tabLst/>
              <a:defRPr/>
            </a:pPr>
            <a:endParaRPr kumimoji="0" lang="en-US" sz="900" b="0" i="0" u="none" strike="noStrike" kern="0" cap="none" spc="0" normalizeH="0" baseline="0" noProof="0" dirty="0">
              <a:ln>
                <a:noFill/>
              </a:ln>
              <a:solidFill>
                <a:prstClr val="white"/>
              </a:solidFill>
              <a:effectLst/>
              <a:uLnTx/>
              <a:uFillTx/>
              <a:latin typeface="HP Simplified Light"/>
              <a:ea typeface="+mn-ea"/>
              <a:cs typeface="+mn-cs"/>
            </a:endParaRPr>
          </a:p>
        </p:txBody>
      </p:sp>
      <p:sp>
        <p:nvSpPr>
          <p:cNvPr id="5" name="TextBox 4">
            <a:extLst>
              <a:ext uri="{FF2B5EF4-FFF2-40B4-BE49-F238E27FC236}">
                <a16:creationId xmlns:a16="http://schemas.microsoft.com/office/drawing/2014/main" id="{5C670EA2-F63F-41AE-8007-ECAAA27BCC24}"/>
              </a:ext>
            </a:extLst>
          </p:cNvPr>
          <p:cNvSpPr txBox="1"/>
          <p:nvPr/>
        </p:nvSpPr>
        <p:spPr>
          <a:xfrm>
            <a:off x="9503751" y="4661656"/>
            <a:ext cx="2082555" cy="430887"/>
          </a:xfrm>
          <a:prstGeom prst="rect">
            <a:avLst/>
          </a:prstGeom>
          <a:noFill/>
        </p:spPr>
        <p:txBody>
          <a:bodyPr wrap="square" rtlCol="0">
            <a:spAutoFit/>
          </a:bodyPr>
          <a:lstStyle/>
          <a:p>
            <a:r>
              <a:rPr lang="en-US" sz="1100" dirty="0">
                <a:solidFill>
                  <a:schemeClr val="tx1">
                    <a:lumMod val="75000"/>
                    <a:lumOff val="25000"/>
                  </a:schemeClr>
                </a:solidFill>
                <a:latin typeface="HP Simplified Light" panose="020B0404020204020204" pitchFamily="34" charset="0"/>
              </a:rPr>
              <a:t>Getting get 90% usable data from tasks and 8D CDAX</a:t>
            </a:r>
          </a:p>
        </p:txBody>
      </p:sp>
      <p:graphicFrame>
        <p:nvGraphicFramePr>
          <p:cNvPr id="37" name="Table 36">
            <a:extLst>
              <a:ext uri="{FF2B5EF4-FFF2-40B4-BE49-F238E27FC236}">
                <a16:creationId xmlns:a16="http://schemas.microsoft.com/office/drawing/2014/main" id="{625AA8D9-C4A6-4963-9EBD-7326E801E61A}"/>
              </a:ext>
            </a:extLst>
          </p:cNvPr>
          <p:cNvGraphicFramePr>
            <a:graphicFrameLocks noGrp="1"/>
          </p:cNvGraphicFramePr>
          <p:nvPr/>
        </p:nvGraphicFramePr>
        <p:xfrm>
          <a:off x="9402313" y="5621113"/>
          <a:ext cx="2532583" cy="626491"/>
        </p:xfrm>
        <a:graphic>
          <a:graphicData uri="http://schemas.openxmlformats.org/drawingml/2006/table">
            <a:tbl>
              <a:tblPr firstRow="1" bandRow="1"/>
              <a:tblGrid>
                <a:gridCol w="396237">
                  <a:extLst>
                    <a:ext uri="{9D8B030D-6E8A-4147-A177-3AD203B41FA5}">
                      <a16:colId xmlns:a16="http://schemas.microsoft.com/office/drawing/2014/main" val="20000"/>
                    </a:ext>
                  </a:extLst>
                </a:gridCol>
                <a:gridCol w="615243">
                  <a:extLst>
                    <a:ext uri="{9D8B030D-6E8A-4147-A177-3AD203B41FA5}">
                      <a16:colId xmlns:a16="http://schemas.microsoft.com/office/drawing/2014/main" val="20001"/>
                    </a:ext>
                  </a:extLst>
                </a:gridCol>
                <a:gridCol w="874337">
                  <a:extLst>
                    <a:ext uri="{9D8B030D-6E8A-4147-A177-3AD203B41FA5}">
                      <a16:colId xmlns:a16="http://schemas.microsoft.com/office/drawing/2014/main" val="20002"/>
                    </a:ext>
                  </a:extLst>
                </a:gridCol>
                <a:gridCol w="646766">
                  <a:extLst>
                    <a:ext uri="{9D8B030D-6E8A-4147-A177-3AD203B41FA5}">
                      <a16:colId xmlns:a16="http://schemas.microsoft.com/office/drawing/2014/main" val="2195970591"/>
                    </a:ext>
                  </a:extLst>
                </a:gridCol>
              </a:tblGrid>
              <a:tr h="626491">
                <a:tc>
                  <a:txBody>
                    <a:bodyPr/>
                    <a:lstStyle>
                      <a:lvl1pPr marL="0" algn="l" defTabSz="914400" rtl="0" eaLnBrk="1" latinLnBrk="0" hangingPunct="1">
                        <a:defRPr sz="1800" b="1" kern="1200">
                          <a:solidFill>
                            <a:schemeClr val="lt1"/>
                          </a:solidFill>
                          <a:latin typeface="HP Simplified"/>
                        </a:defRPr>
                      </a:lvl1pPr>
                      <a:lvl2pPr marL="457200" algn="l" defTabSz="914400" rtl="0" eaLnBrk="1" latinLnBrk="0" hangingPunct="1">
                        <a:defRPr sz="1800" b="1" kern="1200">
                          <a:solidFill>
                            <a:schemeClr val="lt1"/>
                          </a:solidFill>
                          <a:latin typeface="HP Simplified"/>
                        </a:defRPr>
                      </a:lvl2pPr>
                      <a:lvl3pPr marL="914400" algn="l" defTabSz="914400" rtl="0" eaLnBrk="1" latinLnBrk="0" hangingPunct="1">
                        <a:defRPr sz="1800" b="1" kern="1200">
                          <a:solidFill>
                            <a:schemeClr val="lt1"/>
                          </a:solidFill>
                          <a:latin typeface="HP Simplified"/>
                        </a:defRPr>
                      </a:lvl3pPr>
                      <a:lvl4pPr marL="1371600" algn="l" defTabSz="914400" rtl="0" eaLnBrk="1" latinLnBrk="0" hangingPunct="1">
                        <a:defRPr sz="1800" b="1" kern="1200">
                          <a:solidFill>
                            <a:schemeClr val="lt1"/>
                          </a:solidFill>
                          <a:latin typeface="HP Simplified"/>
                        </a:defRPr>
                      </a:lvl4pPr>
                      <a:lvl5pPr marL="1828800" algn="l" defTabSz="914400" rtl="0" eaLnBrk="1" latinLnBrk="0" hangingPunct="1">
                        <a:defRPr sz="1800" b="1" kern="1200">
                          <a:solidFill>
                            <a:schemeClr val="lt1"/>
                          </a:solidFill>
                          <a:latin typeface="HP Simplified"/>
                        </a:defRPr>
                      </a:lvl5pPr>
                      <a:lvl6pPr marL="2286000" algn="l" defTabSz="914400" rtl="0" eaLnBrk="1" latinLnBrk="0" hangingPunct="1">
                        <a:defRPr sz="1800" b="1" kern="1200">
                          <a:solidFill>
                            <a:schemeClr val="lt1"/>
                          </a:solidFill>
                          <a:latin typeface="HP Simplified"/>
                        </a:defRPr>
                      </a:lvl6pPr>
                      <a:lvl7pPr marL="2743200" algn="l" defTabSz="914400" rtl="0" eaLnBrk="1" latinLnBrk="0" hangingPunct="1">
                        <a:defRPr sz="1800" b="1" kern="1200">
                          <a:solidFill>
                            <a:schemeClr val="lt1"/>
                          </a:solidFill>
                          <a:latin typeface="HP Simplified"/>
                        </a:defRPr>
                      </a:lvl7pPr>
                      <a:lvl8pPr marL="3200400" algn="l" defTabSz="914400" rtl="0" eaLnBrk="1" latinLnBrk="0" hangingPunct="1">
                        <a:defRPr sz="1800" b="1" kern="1200">
                          <a:solidFill>
                            <a:schemeClr val="lt1"/>
                          </a:solidFill>
                          <a:latin typeface="HP Simplified"/>
                        </a:defRPr>
                      </a:lvl8pPr>
                      <a:lvl9pPr marL="3657600" algn="l" defTabSz="914400" rtl="0" eaLnBrk="1" latinLnBrk="0" hangingPunct="1">
                        <a:defRPr sz="1800" b="1" kern="1200">
                          <a:solidFill>
                            <a:schemeClr val="lt1"/>
                          </a:solidFill>
                          <a:latin typeface="HP Simplified"/>
                        </a:defRPr>
                      </a:lvl9pPr>
                    </a:lstStyle>
                    <a:p>
                      <a:pPr algn="ctr"/>
                      <a:r>
                        <a:rPr lang="en-US" sz="1000" b="0" dirty="0">
                          <a:solidFill>
                            <a:schemeClr val="bg1"/>
                          </a:solidFill>
                          <a:latin typeface="Agency FB" panose="020B0503020202020204" pitchFamily="34" charset="0"/>
                        </a:rPr>
                        <a:t>CAE</a:t>
                      </a:r>
                    </a:p>
                  </a:txBody>
                  <a:tcPr marL="91320" marR="91320" marT="45660" marB="45660" anchor="ctr">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EDEDED"/>
                      </a:solidFill>
                      <a:prstDash val="solid"/>
                      <a:round/>
                      <a:headEnd type="none" w="med" len="med"/>
                      <a:tailEnd type="none" w="med" len="med"/>
                    </a:lnB>
                    <a:lnTlToBr w="12700" cmpd="sng">
                      <a:noFill/>
                      <a:prstDash val="solid"/>
                    </a:lnTlToBr>
                    <a:lnBlToTr w="12700" cmpd="sng">
                      <a:noFill/>
                      <a:prstDash val="solid"/>
                    </a:lnBlToTr>
                    <a:solidFill>
                      <a:srgbClr val="0096D6"/>
                    </a:solidFill>
                  </a:tcPr>
                </a:tc>
                <a:tc>
                  <a:txBody>
                    <a:bodyPr/>
                    <a:lstStyle>
                      <a:lvl1pPr marL="0" algn="l" defTabSz="914400" rtl="0" eaLnBrk="1" latinLnBrk="0" hangingPunct="1">
                        <a:defRPr sz="1800" b="1" kern="1200">
                          <a:solidFill>
                            <a:schemeClr val="lt1"/>
                          </a:solidFill>
                          <a:latin typeface="HP Simplified"/>
                        </a:defRPr>
                      </a:lvl1pPr>
                      <a:lvl2pPr marL="457200" algn="l" defTabSz="914400" rtl="0" eaLnBrk="1" latinLnBrk="0" hangingPunct="1">
                        <a:defRPr sz="1800" b="1" kern="1200">
                          <a:solidFill>
                            <a:schemeClr val="lt1"/>
                          </a:solidFill>
                          <a:latin typeface="HP Simplified"/>
                        </a:defRPr>
                      </a:lvl2pPr>
                      <a:lvl3pPr marL="914400" algn="l" defTabSz="914400" rtl="0" eaLnBrk="1" latinLnBrk="0" hangingPunct="1">
                        <a:defRPr sz="1800" b="1" kern="1200">
                          <a:solidFill>
                            <a:schemeClr val="lt1"/>
                          </a:solidFill>
                          <a:latin typeface="HP Simplified"/>
                        </a:defRPr>
                      </a:lvl3pPr>
                      <a:lvl4pPr marL="1371600" algn="l" defTabSz="914400" rtl="0" eaLnBrk="1" latinLnBrk="0" hangingPunct="1">
                        <a:defRPr sz="1800" b="1" kern="1200">
                          <a:solidFill>
                            <a:schemeClr val="lt1"/>
                          </a:solidFill>
                          <a:latin typeface="HP Simplified"/>
                        </a:defRPr>
                      </a:lvl4pPr>
                      <a:lvl5pPr marL="1828800" algn="l" defTabSz="914400" rtl="0" eaLnBrk="1" latinLnBrk="0" hangingPunct="1">
                        <a:defRPr sz="1800" b="1" kern="1200">
                          <a:solidFill>
                            <a:schemeClr val="lt1"/>
                          </a:solidFill>
                          <a:latin typeface="HP Simplified"/>
                        </a:defRPr>
                      </a:lvl5pPr>
                      <a:lvl6pPr marL="2286000" algn="l" defTabSz="914400" rtl="0" eaLnBrk="1" latinLnBrk="0" hangingPunct="1">
                        <a:defRPr sz="1800" b="1" kern="1200">
                          <a:solidFill>
                            <a:schemeClr val="lt1"/>
                          </a:solidFill>
                          <a:latin typeface="HP Simplified"/>
                        </a:defRPr>
                      </a:lvl6pPr>
                      <a:lvl7pPr marL="2743200" algn="l" defTabSz="914400" rtl="0" eaLnBrk="1" latinLnBrk="0" hangingPunct="1">
                        <a:defRPr sz="1800" b="1" kern="1200">
                          <a:solidFill>
                            <a:schemeClr val="lt1"/>
                          </a:solidFill>
                          <a:latin typeface="HP Simplified"/>
                        </a:defRPr>
                      </a:lvl7pPr>
                      <a:lvl8pPr marL="3200400" algn="l" defTabSz="914400" rtl="0" eaLnBrk="1" latinLnBrk="0" hangingPunct="1">
                        <a:defRPr sz="1800" b="1" kern="1200">
                          <a:solidFill>
                            <a:schemeClr val="lt1"/>
                          </a:solidFill>
                          <a:latin typeface="HP Simplified"/>
                        </a:defRPr>
                      </a:lvl8pPr>
                      <a:lvl9pPr marL="3657600" algn="l" defTabSz="914400" rtl="0" eaLnBrk="1" latinLnBrk="0" hangingPunct="1">
                        <a:defRPr sz="1800" b="1" kern="1200">
                          <a:solidFill>
                            <a:schemeClr val="lt1"/>
                          </a:solidFill>
                          <a:latin typeface="HP Simplified"/>
                        </a:defRPr>
                      </a:lvl9pPr>
                    </a:lstStyle>
                    <a:p>
                      <a:pPr algn="ctr"/>
                      <a:r>
                        <a:rPr lang="en-US" sz="1000" b="0" dirty="0">
                          <a:solidFill>
                            <a:schemeClr val="bg2"/>
                          </a:solidFill>
                          <a:latin typeface="Agency FB" panose="020B0503020202020204" pitchFamily="34" charset="0"/>
                        </a:rPr>
                        <a:t>Operational Excellence</a:t>
                      </a:r>
                    </a:p>
                  </a:txBody>
                  <a:tcPr marL="91320" marR="91320" marT="45660" marB="45660" anchor="ctr">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EDEDED"/>
                      </a:solidFill>
                      <a:prstDash val="solid"/>
                      <a:round/>
                      <a:headEnd type="none" w="med" len="med"/>
                      <a:tailEnd type="none" w="med" len="med"/>
                    </a:lnB>
                    <a:lnTlToBr w="12700" cmpd="sng">
                      <a:noFill/>
                      <a:prstDash val="solid"/>
                    </a:lnTlToBr>
                    <a:lnBlToTr w="12700" cmpd="sng">
                      <a:noFill/>
                      <a:prstDash val="solid"/>
                    </a:lnBlToTr>
                    <a:solidFill>
                      <a:srgbClr val="0096D6"/>
                    </a:solidFill>
                  </a:tcPr>
                </a:tc>
                <a:tc>
                  <a:txBody>
                    <a:bodyPr/>
                    <a:lstStyle>
                      <a:lvl1pPr marL="0" algn="l" defTabSz="914400" rtl="0" eaLnBrk="1" latinLnBrk="0" hangingPunct="1">
                        <a:defRPr sz="1800" b="1" kern="1200">
                          <a:solidFill>
                            <a:schemeClr val="lt1"/>
                          </a:solidFill>
                          <a:latin typeface="HP Simplified"/>
                        </a:defRPr>
                      </a:lvl1pPr>
                      <a:lvl2pPr marL="457200" algn="l" defTabSz="914400" rtl="0" eaLnBrk="1" latinLnBrk="0" hangingPunct="1">
                        <a:defRPr sz="1800" b="1" kern="1200">
                          <a:solidFill>
                            <a:schemeClr val="lt1"/>
                          </a:solidFill>
                          <a:latin typeface="HP Simplified"/>
                        </a:defRPr>
                      </a:lvl2pPr>
                      <a:lvl3pPr marL="914400" algn="l" defTabSz="914400" rtl="0" eaLnBrk="1" latinLnBrk="0" hangingPunct="1">
                        <a:defRPr sz="1800" b="1" kern="1200">
                          <a:solidFill>
                            <a:schemeClr val="lt1"/>
                          </a:solidFill>
                          <a:latin typeface="HP Simplified"/>
                        </a:defRPr>
                      </a:lvl3pPr>
                      <a:lvl4pPr marL="1371600" algn="l" defTabSz="914400" rtl="0" eaLnBrk="1" latinLnBrk="0" hangingPunct="1">
                        <a:defRPr sz="1800" b="1" kern="1200">
                          <a:solidFill>
                            <a:schemeClr val="lt1"/>
                          </a:solidFill>
                          <a:latin typeface="HP Simplified"/>
                        </a:defRPr>
                      </a:lvl4pPr>
                      <a:lvl5pPr marL="1828800" algn="l" defTabSz="914400" rtl="0" eaLnBrk="1" latinLnBrk="0" hangingPunct="1">
                        <a:defRPr sz="1800" b="1" kern="1200">
                          <a:solidFill>
                            <a:schemeClr val="lt1"/>
                          </a:solidFill>
                          <a:latin typeface="HP Simplified"/>
                        </a:defRPr>
                      </a:lvl5pPr>
                      <a:lvl6pPr marL="2286000" algn="l" defTabSz="914400" rtl="0" eaLnBrk="1" latinLnBrk="0" hangingPunct="1">
                        <a:defRPr sz="1800" b="1" kern="1200">
                          <a:solidFill>
                            <a:schemeClr val="lt1"/>
                          </a:solidFill>
                          <a:latin typeface="HP Simplified"/>
                        </a:defRPr>
                      </a:lvl6pPr>
                      <a:lvl7pPr marL="2743200" algn="l" defTabSz="914400" rtl="0" eaLnBrk="1" latinLnBrk="0" hangingPunct="1">
                        <a:defRPr sz="1800" b="1" kern="1200">
                          <a:solidFill>
                            <a:schemeClr val="lt1"/>
                          </a:solidFill>
                          <a:latin typeface="HP Simplified"/>
                        </a:defRPr>
                      </a:lvl7pPr>
                      <a:lvl8pPr marL="3200400" algn="l" defTabSz="914400" rtl="0" eaLnBrk="1" latinLnBrk="0" hangingPunct="1">
                        <a:defRPr sz="1800" b="1" kern="1200">
                          <a:solidFill>
                            <a:schemeClr val="lt1"/>
                          </a:solidFill>
                          <a:latin typeface="HP Simplified"/>
                        </a:defRPr>
                      </a:lvl8pPr>
                      <a:lvl9pPr marL="3657600" algn="l" defTabSz="914400" rtl="0" eaLnBrk="1" latinLnBrk="0" hangingPunct="1">
                        <a:defRPr sz="1800" b="1" kern="1200">
                          <a:solidFill>
                            <a:schemeClr val="lt1"/>
                          </a:solidFill>
                          <a:latin typeface="HP Simplified"/>
                        </a:defRPr>
                      </a:lvl9pPr>
                    </a:lstStyle>
                    <a:p>
                      <a:pPr algn="ctr"/>
                      <a:r>
                        <a:rPr lang="en-US" sz="1000" b="0" dirty="0">
                          <a:solidFill>
                            <a:schemeClr val="bg2"/>
                          </a:solidFill>
                          <a:latin typeface="Agency FB" panose="020B0503020202020204" pitchFamily="34" charset="0"/>
                        </a:rPr>
                        <a:t>Scale Technical Knowledge</a:t>
                      </a:r>
                    </a:p>
                  </a:txBody>
                  <a:tcPr marL="91320" marR="91320" marT="45660" marB="45660" anchor="ctr">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EDEDED"/>
                      </a:solidFill>
                      <a:prstDash val="solid"/>
                      <a:round/>
                      <a:headEnd type="none" w="med" len="med"/>
                      <a:tailEnd type="none" w="med" len="med"/>
                    </a:lnB>
                    <a:lnTlToBr w="12700" cmpd="sng">
                      <a:noFill/>
                      <a:prstDash val="solid"/>
                    </a:lnTlToBr>
                    <a:lnBlToTr w="12700" cmpd="sng">
                      <a:noFill/>
                      <a:prstDash val="solid"/>
                    </a:lnBlToTr>
                    <a:solidFill>
                      <a:srgbClr val="0096D6"/>
                    </a:solidFill>
                  </a:tcPr>
                </a:tc>
                <a:tc>
                  <a:txBody>
                    <a:bodyPr/>
                    <a:lstStyle/>
                    <a:p>
                      <a:pPr algn="ctr"/>
                      <a:r>
                        <a:rPr lang="en-US" sz="1000" b="0" dirty="0">
                          <a:solidFill>
                            <a:schemeClr val="bg2"/>
                          </a:solidFill>
                          <a:latin typeface="Agency FB" panose="020B0503020202020204" pitchFamily="34" charset="0"/>
                        </a:rPr>
                        <a:t>People</a:t>
                      </a:r>
                    </a:p>
                  </a:txBody>
                  <a:tcPr marL="91320" marR="91320" marT="45660" marB="45660" anchor="ctr">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EDEDED"/>
                      </a:solidFill>
                      <a:prstDash val="solid"/>
                      <a:round/>
                      <a:headEnd type="none" w="med" len="med"/>
                      <a:tailEnd type="none" w="med" len="med"/>
                    </a:lnB>
                    <a:lnTlToBr w="12700" cmpd="sng">
                      <a:noFill/>
                      <a:prstDash val="solid"/>
                    </a:lnTlToBr>
                    <a:lnBlToTr w="12700" cmpd="sng">
                      <a:noFill/>
                      <a:prstDash val="solid"/>
                    </a:lnBlToTr>
                    <a:solidFill>
                      <a:srgbClr val="0096D6"/>
                    </a:solidFill>
                  </a:tcPr>
                </a:tc>
                <a:extLst>
                  <a:ext uri="{0D108BD9-81ED-4DB2-BD59-A6C34878D82A}">
                    <a16:rowId xmlns:a16="http://schemas.microsoft.com/office/drawing/2014/main" val="10000"/>
                  </a:ext>
                </a:extLst>
              </a:tr>
            </a:tbl>
          </a:graphicData>
        </a:graphic>
      </p:graphicFrame>
      <p:sp>
        <p:nvSpPr>
          <p:cNvPr id="38" name="Isosceles Triangle 37">
            <a:extLst>
              <a:ext uri="{FF2B5EF4-FFF2-40B4-BE49-F238E27FC236}">
                <a16:creationId xmlns:a16="http://schemas.microsoft.com/office/drawing/2014/main" id="{A3778D73-2A9E-40D6-B85D-DBD4B23DAC77}"/>
              </a:ext>
            </a:extLst>
          </p:cNvPr>
          <p:cNvSpPr/>
          <p:nvPr/>
        </p:nvSpPr>
        <p:spPr>
          <a:xfrm rot="10800000">
            <a:off x="9978418" y="5574078"/>
            <a:ext cx="214686" cy="214314"/>
          </a:xfrm>
          <a:prstGeom prst="triangle">
            <a:avLst/>
          </a:prstGeom>
          <a:solidFill>
            <a:schemeClr val="accent1"/>
          </a:solidFill>
          <a:ln w="9525" cap="flat" cmpd="sng" algn="ctr">
            <a:solidFill>
              <a:sysClr val="window" lastClr="FFFFFF"/>
            </a:solid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39">
              <a:defRPr/>
            </a:pPr>
            <a:endParaRPr lang="fr-FR" sz="2400" kern="0" dirty="0">
              <a:solidFill>
                <a:schemeClr val="tx1">
                  <a:lumMod val="75000"/>
                  <a:lumOff val="25000"/>
                </a:schemeClr>
              </a:solidFill>
              <a:latin typeface="HP Simplified"/>
            </a:endParaRPr>
          </a:p>
        </p:txBody>
      </p:sp>
      <p:sp>
        <p:nvSpPr>
          <p:cNvPr id="36" name="Pentagon 15">
            <a:extLst>
              <a:ext uri="{FF2B5EF4-FFF2-40B4-BE49-F238E27FC236}">
                <a16:creationId xmlns:a16="http://schemas.microsoft.com/office/drawing/2014/main" id="{7A79ABC5-CF72-410B-A88B-45C47ECC3936}"/>
              </a:ext>
            </a:extLst>
          </p:cNvPr>
          <p:cNvSpPr/>
          <p:nvPr/>
        </p:nvSpPr>
        <p:spPr>
          <a:xfrm>
            <a:off x="3379424" y="5605427"/>
            <a:ext cx="1327325" cy="349969"/>
          </a:xfrm>
          <a:prstGeom prst="homePlate">
            <a:avLst>
              <a:gd name="adj" fmla="val 31250"/>
            </a:avLst>
          </a:prstGeom>
          <a:solidFill>
            <a:srgbClr val="0096D6"/>
          </a:solidFill>
          <a:ln w="25400" cap="flat" cmpd="sng" algn="ctr">
            <a:noFill/>
            <a:prstDash val="solid"/>
          </a:ln>
          <a:effectLst/>
        </p:spPr>
        <p:txBody>
          <a:bodyPr tIns="0" rIns="91344" bIns="0" rtlCol="0" anchor="ctr"/>
          <a:lstStyle/>
          <a:p>
            <a:pPr marL="0" marR="0" lvl="0" indent="0" defTabSz="913898" eaLnBrk="1" fontAlgn="auto" latinLnBrk="0" hangingPunct="1">
              <a:lnSpc>
                <a:spcPct val="9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white"/>
                </a:solidFill>
                <a:effectLst/>
                <a:uLnTx/>
                <a:uFillTx/>
                <a:latin typeface="HP Simplified Light"/>
                <a:ea typeface="+mn-ea"/>
                <a:cs typeface="+mn-cs"/>
              </a:rPr>
              <a:t>Implementation and feedback</a:t>
            </a:r>
            <a:r>
              <a:rPr kumimoji="0" lang="en-US" sz="900" b="0" i="0" u="none" strike="noStrike" kern="0" cap="none" spc="0" normalizeH="0" baseline="0" noProof="0" dirty="0">
                <a:ln>
                  <a:noFill/>
                </a:ln>
                <a:solidFill>
                  <a:prstClr val="white"/>
                </a:solidFill>
                <a:effectLst/>
                <a:uLnTx/>
                <a:uFillTx/>
                <a:latin typeface="HP Simplified Light"/>
                <a:ea typeface="+mn-ea"/>
                <a:cs typeface="+mn-cs"/>
              </a:rPr>
              <a:t>. A3 &amp; PP.</a:t>
            </a:r>
          </a:p>
        </p:txBody>
      </p:sp>
      <p:sp>
        <p:nvSpPr>
          <p:cNvPr id="39" name="Diamond 38">
            <a:extLst>
              <a:ext uri="{FF2B5EF4-FFF2-40B4-BE49-F238E27FC236}">
                <a16:creationId xmlns:a16="http://schemas.microsoft.com/office/drawing/2014/main" id="{C3731EAC-182B-4367-9C0A-8DD263716BAA}"/>
              </a:ext>
            </a:extLst>
          </p:cNvPr>
          <p:cNvSpPr/>
          <p:nvPr/>
        </p:nvSpPr>
        <p:spPr>
          <a:xfrm>
            <a:off x="4698651" y="5656524"/>
            <a:ext cx="230285" cy="255075"/>
          </a:xfrm>
          <a:prstGeom prst="diamond">
            <a:avLst/>
          </a:prstGeom>
          <a:solidFill>
            <a:schemeClr val="accent6"/>
          </a:solidFill>
          <a:ln w="19050" cap="flat" cmpd="sng" algn="ctr">
            <a:noFill/>
            <a:prstDash val="solid"/>
            <a:miter lim="800000"/>
          </a:ln>
          <a:effectLst/>
        </p:spPr>
        <p:txBody>
          <a:bodyPr rtlCol="0" anchor="ctr"/>
          <a:lstStyle/>
          <a:p>
            <a:pPr marL="0" marR="0" lvl="0" indent="0" algn="ctr" defTabSz="914171" eaLnBrk="1" fontAlgn="auto" latinLnBrk="0" hangingPunct="1">
              <a:lnSpc>
                <a:spcPct val="9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HP Simplified Light"/>
              <a:ea typeface="+mn-ea"/>
              <a:cs typeface="+mn-cs"/>
            </a:endParaRPr>
          </a:p>
        </p:txBody>
      </p:sp>
    </p:spTree>
    <p:extLst>
      <p:ext uri="{BB962C8B-B14F-4D97-AF65-F5344CB8AC3E}">
        <p14:creationId xmlns:p14="http://schemas.microsoft.com/office/powerpoint/2010/main" val="719594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0D4F619-52FE-9948-8712-625CB7BCCB72}"/>
              </a:ext>
            </a:extLst>
          </p:cNvPr>
          <p:cNvSpPr>
            <a:spLocks noGrp="1"/>
          </p:cNvSpPr>
          <p:nvPr>
            <p:ph type="body" idx="37"/>
          </p:nvPr>
        </p:nvSpPr>
        <p:spPr>
          <a:xfrm>
            <a:off x="4127722" y="2255438"/>
            <a:ext cx="7647806" cy="3368871"/>
          </a:xfrm>
        </p:spPr>
        <p:txBody>
          <a:bodyPr/>
          <a:lstStyle/>
          <a:p>
            <a:pPr marL="285750" indent="-285750">
              <a:buFont typeface="Wingdings" panose="05000000000000000000" pitchFamily="2" charset="2"/>
              <a:buChar char="ü"/>
            </a:pPr>
            <a:r>
              <a:rPr lang="en-US" dirty="0"/>
              <a:t>Implementation</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Root cause, prevent and fix entries reduction</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Clearer reports</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Request 8D integrated in CDAX </a:t>
            </a:r>
          </a:p>
          <a:p>
            <a:endParaRPr lang="en-US" dirty="0"/>
          </a:p>
          <a:p>
            <a:endParaRPr lang="en-US" dirty="0"/>
          </a:p>
        </p:txBody>
      </p:sp>
      <p:sp>
        <p:nvSpPr>
          <p:cNvPr id="2" name="Title 1">
            <a:extLst>
              <a:ext uri="{FF2B5EF4-FFF2-40B4-BE49-F238E27FC236}">
                <a16:creationId xmlns:a16="http://schemas.microsoft.com/office/drawing/2014/main" id="{D0F5AFB8-AE62-A74C-BCC5-EDC6DCFA7682}"/>
              </a:ext>
            </a:extLst>
          </p:cNvPr>
          <p:cNvSpPr>
            <a:spLocks noGrp="1"/>
          </p:cNvSpPr>
          <p:nvPr>
            <p:ph type="title"/>
          </p:nvPr>
        </p:nvSpPr>
        <p:spPr/>
        <p:txBody>
          <a:bodyPr/>
          <a:lstStyle/>
          <a:p>
            <a:r>
              <a:rPr lang="en-US" dirty="0"/>
              <a:t>What have been done? </a:t>
            </a:r>
          </a:p>
        </p:txBody>
      </p:sp>
      <p:sp>
        <p:nvSpPr>
          <p:cNvPr id="9" name="Slide Number Placeholder 8">
            <a:extLst>
              <a:ext uri="{FF2B5EF4-FFF2-40B4-BE49-F238E27FC236}">
                <a16:creationId xmlns:a16="http://schemas.microsoft.com/office/drawing/2014/main" id="{90341C30-109A-4A92-A350-17131715993D}"/>
              </a:ext>
            </a:extLst>
          </p:cNvPr>
          <p:cNvSpPr>
            <a:spLocks noGrp="1"/>
          </p:cNvSpPr>
          <p:nvPr>
            <p:ph type="sldNum" sz="quarter" idx="12"/>
          </p:nvPr>
        </p:nvSpPr>
        <p:spPr/>
        <p:txBody>
          <a:bodyPr/>
          <a:lstStyle/>
          <a:p>
            <a:fld id="{7EAD36D4-32FF-544B-9EC2-1F035E0F636E}" type="slidenum">
              <a:rPr lang="en-US" smtClean="0"/>
              <a:pPr/>
              <a:t>3</a:t>
            </a:fld>
            <a:endParaRPr lang="en-US"/>
          </a:p>
        </p:txBody>
      </p:sp>
      <p:pic>
        <p:nvPicPr>
          <p:cNvPr id="11" name="Picture 10" descr="Icon&#10;&#10;Description automatically generated">
            <a:extLst>
              <a:ext uri="{FF2B5EF4-FFF2-40B4-BE49-F238E27FC236}">
                <a16:creationId xmlns:a16="http://schemas.microsoft.com/office/drawing/2014/main" id="{38BDC221-A2BD-A042-9A42-FAF233A948E5}"/>
              </a:ext>
            </a:extLst>
          </p:cNvPr>
          <p:cNvPicPr>
            <a:picLocks noChangeAspect="1"/>
          </p:cNvPicPr>
          <p:nvPr/>
        </p:nvPicPr>
        <p:blipFill>
          <a:blip r:embed="rId3"/>
          <a:stretch>
            <a:fillRect/>
          </a:stretch>
        </p:blipFill>
        <p:spPr>
          <a:xfrm>
            <a:off x="920102" y="2085513"/>
            <a:ext cx="2190750" cy="2438400"/>
          </a:xfrm>
          <a:prstGeom prst="rect">
            <a:avLst/>
          </a:prstGeom>
        </p:spPr>
      </p:pic>
    </p:spTree>
    <p:extLst>
      <p:ext uri="{BB962C8B-B14F-4D97-AF65-F5344CB8AC3E}">
        <p14:creationId xmlns:p14="http://schemas.microsoft.com/office/powerpoint/2010/main" val="2029811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B9356-057F-7F49-A724-F07487CB1D85}"/>
              </a:ext>
            </a:extLst>
          </p:cNvPr>
          <p:cNvSpPr>
            <a:spLocks noGrp="1"/>
          </p:cNvSpPr>
          <p:nvPr>
            <p:ph type="title"/>
          </p:nvPr>
        </p:nvSpPr>
        <p:spPr/>
        <p:txBody>
          <a:bodyPr/>
          <a:lstStyle/>
          <a:p>
            <a:r>
              <a:rPr lang="en-US" dirty="0"/>
              <a:t>Data comparison </a:t>
            </a:r>
          </a:p>
        </p:txBody>
      </p:sp>
      <p:sp>
        <p:nvSpPr>
          <p:cNvPr id="10" name="Slide Number Placeholder 9">
            <a:extLst>
              <a:ext uri="{FF2B5EF4-FFF2-40B4-BE49-F238E27FC236}">
                <a16:creationId xmlns:a16="http://schemas.microsoft.com/office/drawing/2014/main" id="{CB573146-879C-4A14-A761-1E3594AEF8D9}"/>
              </a:ext>
            </a:extLst>
          </p:cNvPr>
          <p:cNvSpPr>
            <a:spLocks noGrp="1"/>
          </p:cNvSpPr>
          <p:nvPr>
            <p:ph type="sldNum" sz="quarter" idx="12"/>
          </p:nvPr>
        </p:nvSpPr>
        <p:spPr/>
        <p:txBody>
          <a:bodyPr/>
          <a:lstStyle/>
          <a:p>
            <a:fld id="{7EAD36D4-32FF-544B-9EC2-1F035E0F636E}" type="slidenum">
              <a:rPr lang="en-US" smtClean="0"/>
              <a:pPr/>
              <a:t>4</a:t>
            </a:fld>
            <a:endParaRPr lang="en-US"/>
          </a:p>
        </p:txBody>
      </p:sp>
      <p:graphicFrame>
        <p:nvGraphicFramePr>
          <p:cNvPr id="12" name="Chart 11">
            <a:extLst>
              <a:ext uri="{FF2B5EF4-FFF2-40B4-BE49-F238E27FC236}">
                <a16:creationId xmlns:a16="http://schemas.microsoft.com/office/drawing/2014/main" id="{FAC1251E-3018-D11C-E63B-7807F05B817F}"/>
              </a:ext>
            </a:extLst>
          </p:cNvPr>
          <p:cNvGraphicFramePr>
            <a:graphicFrameLocks/>
          </p:cNvGraphicFramePr>
          <p:nvPr>
            <p:extLst>
              <p:ext uri="{D42A27DB-BD31-4B8C-83A1-F6EECF244321}">
                <p14:modId xmlns:p14="http://schemas.microsoft.com/office/powerpoint/2010/main" val="2679068257"/>
              </p:ext>
            </p:extLst>
          </p:nvPr>
        </p:nvGraphicFramePr>
        <p:xfrm>
          <a:off x="298450" y="2322601"/>
          <a:ext cx="6075717" cy="325257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0F387520-0354-F07E-B5DA-36BC1DB22744}"/>
              </a:ext>
            </a:extLst>
          </p:cNvPr>
          <p:cNvGraphicFramePr>
            <a:graphicFrameLocks/>
          </p:cNvGraphicFramePr>
          <p:nvPr>
            <p:extLst>
              <p:ext uri="{D42A27DB-BD31-4B8C-83A1-F6EECF244321}">
                <p14:modId xmlns:p14="http://schemas.microsoft.com/office/powerpoint/2010/main" val="1929571146"/>
              </p:ext>
            </p:extLst>
          </p:nvPr>
        </p:nvGraphicFramePr>
        <p:xfrm>
          <a:off x="6127146" y="2137667"/>
          <a:ext cx="5784541" cy="325257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00683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A944E04-AD41-5E4B-9514-E782FCC73FF0}"/>
              </a:ext>
            </a:extLst>
          </p:cNvPr>
          <p:cNvSpPr>
            <a:spLocks noGrp="1"/>
          </p:cNvSpPr>
          <p:nvPr>
            <p:ph type="title"/>
          </p:nvPr>
        </p:nvSpPr>
        <p:spPr/>
        <p:txBody>
          <a:bodyPr/>
          <a:lstStyle/>
          <a:p>
            <a:r>
              <a:rPr lang="en-US" dirty="0"/>
              <a:t>Prevent</a:t>
            </a:r>
          </a:p>
        </p:txBody>
      </p:sp>
      <p:sp>
        <p:nvSpPr>
          <p:cNvPr id="5" name="Slide Number Placeholder 4">
            <a:extLst>
              <a:ext uri="{FF2B5EF4-FFF2-40B4-BE49-F238E27FC236}">
                <a16:creationId xmlns:a16="http://schemas.microsoft.com/office/drawing/2014/main" id="{293F7F41-9E10-48A8-AFDF-B16BA0CB9791}"/>
              </a:ext>
            </a:extLst>
          </p:cNvPr>
          <p:cNvSpPr>
            <a:spLocks noGrp="1"/>
          </p:cNvSpPr>
          <p:nvPr>
            <p:ph type="sldNum" sz="quarter" idx="12"/>
          </p:nvPr>
        </p:nvSpPr>
        <p:spPr/>
        <p:txBody>
          <a:bodyPr/>
          <a:lstStyle/>
          <a:p>
            <a:fld id="{7EAD36D4-32FF-544B-9EC2-1F035E0F636E}" type="slidenum">
              <a:rPr lang="en-US" smtClean="0"/>
              <a:pPr/>
              <a:t>5</a:t>
            </a:fld>
            <a:endParaRPr lang="en-US"/>
          </a:p>
        </p:txBody>
      </p:sp>
      <p:graphicFrame>
        <p:nvGraphicFramePr>
          <p:cNvPr id="15" name="Chart 14">
            <a:extLst>
              <a:ext uri="{FF2B5EF4-FFF2-40B4-BE49-F238E27FC236}">
                <a16:creationId xmlns:a16="http://schemas.microsoft.com/office/drawing/2014/main" id="{E057A900-8FEE-4DC4-E5E9-5BF8C6A40284}"/>
              </a:ext>
            </a:extLst>
          </p:cNvPr>
          <p:cNvGraphicFramePr>
            <a:graphicFrameLocks/>
          </p:cNvGraphicFramePr>
          <p:nvPr>
            <p:extLst>
              <p:ext uri="{D42A27DB-BD31-4B8C-83A1-F6EECF244321}">
                <p14:modId xmlns:p14="http://schemas.microsoft.com/office/powerpoint/2010/main" val="3444147095"/>
              </p:ext>
            </p:extLst>
          </p:nvPr>
        </p:nvGraphicFramePr>
        <p:xfrm>
          <a:off x="1404890" y="2030767"/>
          <a:ext cx="9382219" cy="389951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08022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Graphic 17" descr="Arrow: Slight curve with solid fill">
            <a:extLst>
              <a:ext uri="{FF2B5EF4-FFF2-40B4-BE49-F238E27FC236}">
                <a16:creationId xmlns:a16="http://schemas.microsoft.com/office/drawing/2014/main" id="{0D8D6B52-E522-A97D-31A2-B576A5EE44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02030" y="2170545"/>
            <a:ext cx="3109037" cy="3109037"/>
          </a:xfrm>
          <a:prstGeom prst="rect">
            <a:avLst/>
          </a:prstGeom>
        </p:spPr>
      </p:pic>
      <p:sp>
        <p:nvSpPr>
          <p:cNvPr id="2" name="Title 1">
            <a:extLst>
              <a:ext uri="{FF2B5EF4-FFF2-40B4-BE49-F238E27FC236}">
                <a16:creationId xmlns:a16="http://schemas.microsoft.com/office/drawing/2014/main" id="{71096C60-9BF9-D644-BD24-981F85567787}"/>
              </a:ext>
            </a:extLst>
          </p:cNvPr>
          <p:cNvSpPr>
            <a:spLocks noGrp="1"/>
          </p:cNvSpPr>
          <p:nvPr>
            <p:ph type="body" sz="quarter" idx="14"/>
          </p:nvPr>
        </p:nvSpPr>
        <p:spPr>
          <a:xfrm>
            <a:off x="810002" y="3011392"/>
            <a:ext cx="3337792" cy="1123384"/>
          </a:xfrm>
        </p:spPr>
        <p:txBody>
          <a:bodyPr vert="horz" lIns="0" tIns="0" rIns="0" bIns="0" rtlCol="0" anchor="ctr" anchorCtr="0">
            <a:normAutofit/>
          </a:bodyPr>
          <a:lstStyle/>
          <a:p>
            <a:pPr>
              <a:spcAft>
                <a:spcPts val="600"/>
              </a:spcAft>
            </a:pPr>
            <a:r>
              <a:rPr lang="en-US" kern="1200" dirty="0">
                <a:latin typeface="+mj-lt"/>
                <a:ea typeface="+mn-ea"/>
                <a:cs typeface="+mn-cs"/>
              </a:rPr>
              <a:t>Unified CRM</a:t>
            </a:r>
          </a:p>
        </p:txBody>
      </p:sp>
      <p:sp>
        <p:nvSpPr>
          <p:cNvPr id="9" name="Title 1">
            <a:extLst>
              <a:ext uri="{FF2B5EF4-FFF2-40B4-BE49-F238E27FC236}">
                <a16:creationId xmlns:a16="http://schemas.microsoft.com/office/drawing/2014/main" id="{1BD2EBE7-CD01-F21A-73CA-CFCD38B0901C}"/>
              </a:ext>
            </a:extLst>
          </p:cNvPr>
          <p:cNvSpPr txBox="1">
            <a:spLocks/>
          </p:cNvSpPr>
          <p:nvPr/>
        </p:nvSpPr>
        <p:spPr>
          <a:xfrm>
            <a:off x="7783944" y="2993257"/>
            <a:ext cx="3461447" cy="1123384"/>
          </a:xfrm>
          <a:prstGeom prst="rect">
            <a:avLst/>
          </a:prstGeom>
        </p:spPr>
        <p:txBody>
          <a:bodyPr vert="horz" lIns="0" tIns="45720" rIns="91440" bIns="45720" rtlCol="0" anchorCtr="0">
            <a:noAutofit/>
          </a:bodyPr>
          <a:lstStyle>
            <a:lvl1pPr algn="l" defTabSz="914400" rtl="0" eaLnBrk="1" latinLnBrk="0" hangingPunct="1">
              <a:lnSpc>
                <a:spcPct val="85000"/>
              </a:lnSpc>
              <a:spcBef>
                <a:spcPct val="0"/>
              </a:spcBef>
              <a:buNone/>
              <a:defRPr sz="4400" kern="1200">
                <a:solidFill>
                  <a:schemeClr val="tx1"/>
                </a:solidFill>
                <a:latin typeface="+mj-lt"/>
                <a:ea typeface="+mj-ea"/>
                <a:cs typeface="+mj-cs"/>
              </a:defRPr>
            </a:lvl1pPr>
          </a:lstStyle>
          <a:p>
            <a:pPr>
              <a:lnSpc>
                <a:spcPct val="90000"/>
              </a:lnSpc>
              <a:spcBef>
                <a:spcPts val="1000"/>
              </a:spcBef>
              <a:tabLst>
                <a:tab pos="225425" algn="l"/>
              </a:tabLst>
            </a:pPr>
            <a:r>
              <a:rPr lang="en-US" sz="4000" dirty="0">
                <a:solidFill>
                  <a:schemeClr val="bg1"/>
                </a:solidFill>
                <a:ea typeface="+mn-ea"/>
                <a:cs typeface="+mn-cs"/>
              </a:rPr>
              <a:t>Flexible agent Workspace</a:t>
            </a:r>
          </a:p>
        </p:txBody>
      </p:sp>
      <p:sp>
        <p:nvSpPr>
          <p:cNvPr id="8" name="Slide Number Placeholder 7" hidden="1">
            <a:extLst>
              <a:ext uri="{FF2B5EF4-FFF2-40B4-BE49-F238E27FC236}">
                <a16:creationId xmlns:a16="http://schemas.microsoft.com/office/drawing/2014/main" id="{413AAF06-5930-4930-90CD-0CD81FE3220E}"/>
              </a:ext>
            </a:extLst>
          </p:cNvPr>
          <p:cNvSpPr>
            <a:spLocks noGrp="1"/>
          </p:cNvSpPr>
          <p:nvPr>
            <p:ph type="sldNum" sz="quarter" idx="4294967295"/>
          </p:nvPr>
        </p:nvSpPr>
        <p:spPr>
          <a:xfrm>
            <a:off x="298450" y="6457053"/>
            <a:ext cx="252409" cy="153888"/>
          </a:xfrm>
        </p:spPr>
        <p:txBody>
          <a:bodyPr/>
          <a:lstStyle/>
          <a:p>
            <a:pPr>
              <a:spcAft>
                <a:spcPts val="600"/>
              </a:spcAft>
            </a:pPr>
            <a:fld id="{7EAD36D4-32FF-544B-9EC2-1F035E0F636E}" type="slidenum">
              <a:rPr lang="en-US" smtClean="0"/>
              <a:pPr>
                <a:spcAft>
                  <a:spcPts val="600"/>
                </a:spcAft>
              </a:pPr>
              <a:t>6</a:t>
            </a:fld>
            <a:endParaRPr lang="en-US"/>
          </a:p>
        </p:txBody>
      </p:sp>
    </p:spTree>
    <p:extLst>
      <p:ext uri="{BB962C8B-B14F-4D97-AF65-F5344CB8AC3E}">
        <p14:creationId xmlns:p14="http://schemas.microsoft.com/office/powerpoint/2010/main" val="1213562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549F7-FF28-2245-BF12-CC25644253E3}"/>
              </a:ext>
            </a:extLst>
          </p:cNvPr>
          <p:cNvSpPr>
            <a:spLocks noGrp="1"/>
          </p:cNvSpPr>
          <p:nvPr>
            <p:ph type="title"/>
          </p:nvPr>
        </p:nvSpPr>
        <p:spPr bwMode="black">
          <a:xfrm>
            <a:off x="86371" y="395175"/>
            <a:ext cx="11612880" cy="851819"/>
          </a:xfrm>
        </p:spPr>
        <p:txBody>
          <a:bodyPr/>
          <a:lstStyle/>
          <a:p>
            <a:pPr algn="ctr"/>
            <a:r>
              <a:rPr lang="en-US" sz="4400" b="1" dirty="0">
                <a:solidFill>
                  <a:schemeClr val="bg1"/>
                </a:solidFill>
                <a:latin typeface="HP Simplified Light" panose="020B0404020204020204" pitchFamily="34" charset="0"/>
              </a:rPr>
              <a:t>Unified CRM strategic lines</a:t>
            </a:r>
            <a:br>
              <a:rPr lang="en-US" sz="4400" b="1" dirty="0">
                <a:solidFill>
                  <a:srgbClr val="00B0F0"/>
                </a:solidFill>
                <a:latin typeface="HP Simplified Light" panose="020B0404020204020204" pitchFamily="34" charset="0"/>
              </a:rPr>
            </a:br>
            <a:endParaRPr lang="en-US" dirty="0"/>
          </a:p>
        </p:txBody>
      </p:sp>
      <p:sp>
        <p:nvSpPr>
          <p:cNvPr id="4" name="Text Placeholder 3">
            <a:extLst>
              <a:ext uri="{FF2B5EF4-FFF2-40B4-BE49-F238E27FC236}">
                <a16:creationId xmlns:a16="http://schemas.microsoft.com/office/drawing/2014/main" id="{A94F04E3-8D2E-4B4B-A05D-689EC0BD5B23}"/>
              </a:ext>
            </a:extLst>
          </p:cNvPr>
          <p:cNvSpPr>
            <a:spLocks noGrp="1"/>
          </p:cNvSpPr>
          <p:nvPr>
            <p:ph type="body" sz="quarter" idx="15"/>
          </p:nvPr>
        </p:nvSpPr>
        <p:spPr/>
        <p:txBody>
          <a:bodyPr/>
          <a:lstStyle/>
          <a:p>
            <a:pPr algn="ctr"/>
            <a:r>
              <a:rPr lang="es-ES" dirty="0" err="1"/>
              <a:t>One</a:t>
            </a:r>
            <a:r>
              <a:rPr lang="es-ES" dirty="0"/>
              <a:t> </a:t>
            </a:r>
            <a:r>
              <a:rPr lang="es-ES" dirty="0" err="1"/>
              <a:t>working</a:t>
            </a:r>
            <a:r>
              <a:rPr lang="es-ES" dirty="0"/>
              <a:t> </a:t>
            </a:r>
            <a:r>
              <a:rPr lang="es-ES" dirty="0" err="1"/>
              <a:t>space</a:t>
            </a:r>
            <a:r>
              <a:rPr lang="es-ES" dirty="0"/>
              <a:t>, </a:t>
            </a:r>
            <a:r>
              <a:rPr lang="es-ES" dirty="0" err="1"/>
              <a:t>one</a:t>
            </a:r>
            <a:r>
              <a:rPr lang="es-ES" dirty="0"/>
              <a:t> set </a:t>
            </a:r>
            <a:r>
              <a:rPr lang="es-ES" dirty="0" err="1"/>
              <a:t>of</a:t>
            </a:r>
            <a:r>
              <a:rPr lang="es-ES" dirty="0"/>
              <a:t> </a:t>
            </a:r>
            <a:r>
              <a:rPr lang="es-ES" dirty="0" err="1"/>
              <a:t>information</a:t>
            </a:r>
            <a:endParaRPr lang="en-GB" dirty="0"/>
          </a:p>
        </p:txBody>
      </p:sp>
      <p:sp>
        <p:nvSpPr>
          <p:cNvPr id="17" name="Slide Number Placeholder 16">
            <a:extLst>
              <a:ext uri="{FF2B5EF4-FFF2-40B4-BE49-F238E27FC236}">
                <a16:creationId xmlns:a16="http://schemas.microsoft.com/office/drawing/2014/main" id="{3AC0341F-2C25-4BB6-9690-222869A30824}"/>
              </a:ext>
            </a:extLst>
          </p:cNvPr>
          <p:cNvSpPr>
            <a:spLocks noGrp="1"/>
          </p:cNvSpPr>
          <p:nvPr>
            <p:ph type="sldNum" sz="quarter" idx="12"/>
          </p:nvPr>
        </p:nvSpPr>
        <p:spPr/>
        <p:txBody>
          <a:bodyPr/>
          <a:lstStyle/>
          <a:p>
            <a:fld id="{7EAD36D4-32FF-544B-9EC2-1F035E0F636E}" type="slidenum">
              <a:rPr lang="en-US" smtClean="0"/>
              <a:pPr/>
              <a:t>7</a:t>
            </a:fld>
            <a:endParaRPr lang="en-US"/>
          </a:p>
        </p:txBody>
      </p:sp>
      <p:sp>
        <p:nvSpPr>
          <p:cNvPr id="10" name="Rectangle 9">
            <a:extLst>
              <a:ext uri="{FF2B5EF4-FFF2-40B4-BE49-F238E27FC236}">
                <a16:creationId xmlns:a16="http://schemas.microsoft.com/office/drawing/2014/main" id="{35236404-D9FB-501C-249F-B8CF4D5D3B1A}"/>
              </a:ext>
            </a:extLst>
          </p:cNvPr>
          <p:cNvSpPr/>
          <p:nvPr/>
        </p:nvSpPr>
        <p:spPr>
          <a:xfrm>
            <a:off x="583855" y="2428266"/>
            <a:ext cx="3039444" cy="897886"/>
          </a:xfrm>
          <a:prstGeom prst="rect">
            <a:avLst/>
          </a:prstGeom>
          <a:solidFill>
            <a:schemeClr val="bg1"/>
          </a:solidFill>
          <a:ln>
            <a:noFill/>
          </a:ln>
          <a:effectLst>
            <a:glow rad="63500">
              <a:schemeClr val="accent3">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799" dirty="0" err="1">
                <a:ln w="0"/>
                <a:solidFill>
                  <a:srgbClr val="00B0F0"/>
                </a:solidFill>
                <a:effectLst>
                  <a:outerShdw blurRad="38100" dist="19050" dir="2700000" algn="tl" rotWithShape="0">
                    <a:schemeClr val="dk1">
                      <a:alpha val="40000"/>
                    </a:schemeClr>
                  </a:outerShdw>
                </a:effectLst>
                <a:latin typeface="HP Simplified" panose="020B0604020204090204" pitchFamily="34" charset="0"/>
              </a:rPr>
              <a:t>Unified</a:t>
            </a:r>
            <a:r>
              <a:rPr lang="es-ES" sz="1799" dirty="0">
                <a:ln w="0"/>
                <a:solidFill>
                  <a:srgbClr val="00B0F0"/>
                </a:solidFill>
                <a:effectLst>
                  <a:outerShdw blurRad="38100" dist="19050" dir="2700000" algn="tl" rotWithShape="0">
                    <a:schemeClr val="dk1">
                      <a:alpha val="40000"/>
                    </a:schemeClr>
                  </a:outerShdw>
                </a:effectLst>
                <a:latin typeface="HP Simplified" panose="020B0604020204090204" pitchFamily="34" charset="0"/>
              </a:rPr>
              <a:t> real time </a:t>
            </a:r>
            <a:r>
              <a:rPr lang="es-ES" sz="1799" dirty="0" err="1">
                <a:ln w="0"/>
                <a:solidFill>
                  <a:srgbClr val="00B0F0"/>
                </a:solidFill>
                <a:effectLst>
                  <a:outerShdw blurRad="38100" dist="19050" dir="2700000" algn="tl" rotWithShape="0">
                    <a:schemeClr val="dk1">
                      <a:alpha val="40000"/>
                    </a:schemeClr>
                  </a:outerShdw>
                </a:effectLst>
                <a:latin typeface="HP Simplified" panose="020B0604020204090204" pitchFamily="34" charset="0"/>
              </a:rPr>
              <a:t>access</a:t>
            </a:r>
            <a:endParaRPr lang="es-ES" sz="1799" dirty="0">
              <a:ln w="0"/>
              <a:solidFill>
                <a:srgbClr val="00B0F0"/>
              </a:solidFill>
              <a:effectLst>
                <a:outerShdw blurRad="38100" dist="19050" dir="2700000" algn="tl" rotWithShape="0">
                  <a:schemeClr val="dk1">
                    <a:alpha val="40000"/>
                  </a:schemeClr>
                </a:outerShdw>
              </a:effectLst>
              <a:latin typeface="HP Simplified" panose="020B0604020204090204" pitchFamily="34" charset="0"/>
            </a:endParaRPr>
          </a:p>
        </p:txBody>
      </p:sp>
      <p:sp>
        <p:nvSpPr>
          <p:cNvPr id="11" name="Rectangle 10">
            <a:extLst>
              <a:ext uri="{FF2B5EF4-FFF2-40B4-BE49-F238E27FC236}">
                <a16:creationId xmlns:a16="http://schemas.microsoft.com/office/drawing/2014/main" id="{D78BC874-536F-7299-0516-11CAC2AD4E07}"/>
              </a:ext>
            </a:extLst>
          </p:cNvPr>
          <p:cNvSpPr/>
          <p:nvPr/>
        </p:nvSpPr>
        <p:spPr>
          <a:xfrm>
            <a:off x="4576278" y="2428266"/>
            <a:ext cx="3039444" cy="897886"/>
          </a:xfrm>
          <a:prstGeom prst="rect">
            <a:avLst/>
          </a:prstGeom>
          <a:solidFill>
            <a:schemeClr val="bg1"/>
          </a:solidFill>
          <a:ln>
            <a:noFill/>
          </a:ln>
          <a:effectLst>
            <a:glow rad="63500">
              <a:schemeClr val="accent3">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799" dirty="0" err="1">
                <a:ln w="0"/>
                <a:solidFill>
                  <a:srgbClr val="00B0F0"/>
                </a:solidFill>
                <a:effectLst>
                  <a:outerShdw blurRad="38100" dist="19050" dir="2700000" algn="tl" rotWithShape="0">
                    <a:schemeClr val="dk1">
                      <a:alpha val="40000"/>
                    </a:schemeClr>
                  </a:outerShdw>
                </a:effectLst>
                <a:latin typeface="HP Simplified" panose="020B0604020204090204" pitchFamily="34" charset="0"/>
              </a:rPr>
              <a:t>Improved</a:t>
            </a:r>
            <a:r>
              <a:rPr lang="es-ES" sz="1799" dirty="0">
                <a:ln w="0"/>
                <a:solidFill>
                  <a:srgbClr val="00B0F0"/>
                </a:solidFill>
                <a:effectLst>
                  <a:outerShdw blurRad="38100" dist="19050" dir="2700000" algn="tl" rotWithShape="0">
                    <a:schemeClr val="dk1">
                      <a:alpha val="40000"/>
                    </a:schemeClr>
                  </a:outerShdw>
                </a:effectLst>
                <a:latin typeface="HP Simplified" panose="020B0604020204090204" pitchFamily="34" charset="0"/>
              </a:rPr>
              <a:t> Case </a:t>
            </a:r>
            <a:r>
              <a:rPr lang="es-ES" sz="1799" dirty="0" err="1">
                <a:ln w="0"/>
                <a:solidFill>
                  <a:srgbClr val="00B0F0"/>
                </a:solidFill>
                <a:effectLst>
                  <a:outerShdw blurRad="38100" dist="19050" dir="2700000" algn="tl" rotWithShape="0">
                    <a:schemeClr val="dk1">
                      <a:alpha val="40000"/>
                    </a:schemeClr>
                  </a:outerShdw>
                </a:effectLst>
                <a:latin typeface="HP Simplified" panose="020B0604020204090204" pitchFamily="34" charset="0"/>
              </a:rPr>
              <a:t>profiling</a:t>
            </a:r>
            <a:endParaRPr lang="en-GB" sz="1799" dirty="0">
              <a:ln w="0"/>
              <a:solidFill>
                <a:srgbClr val="00B0F0"/>
              </a:solidFill>
              <a:effectLst>
                <a:outerShdw blurRad="38100" dist="19050" dir="2700000" algn="tl" rotWithShape="0">
                  <a:schemeClr val="dk1">
                    <a:alpha val="40000"/>
                  </a:schemeClr>
                </a:outerShdw>
              </a:effectLst>
              <a:latin typeface="HP Simplified" panose="020B0604020204090204" pitchFamily="34" charset="0"/>
            </a:endParaRPr>
          </a:p>
        </p:txBody>
      </p:sp>
      <p:sp>
        <p:nvSpPr>
          <p:cNvPr id="12" name="Rectangle 11">
            <a:extLst>
              <a:ext uri="{FF2B5EF4-FFF2-40B4-BE49-F238E27FC236}">
                <a16:creationId xmlns:a16="http://schemas.microsoft.com/office/drawing/2014/main" id="{F27F54DB-8F2F-368F-A889-EE43562F079C}"/>
              </a:ext>
            </a:extLst>
          </p:cNvPr>
          <p:cNvSpPr/>
          <p:nvPr/>
        </p:nvSpPr>
        <p:spPr>
          <a:xfrm>
            <a:off x="8568701" y="2428266"/>
            <a:ext cx="3039444" cy="897886"/>
          </a:xfrm>
          <a:prstGeom prst="rect">
            <a:avLst/>
          </a:prstGeom>
          <a:solidFill>
            <a:schemeClr val="bg1"/>
          </a:solidFill>
          <a:ln>
            <a:noFill/>
          </a:ln>
          <a:effectLst>
            <a:glow rad="63500">
              <a:schemeClr val="accent3">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799" dirty="0" err="1">
                <a:ln w="0"/>
                <a:solidFill>
                  <a:srgbClr val="00B0F0"/>
                </a:solidFill>
                <a:effectLst>
                  <a:outerShdw blurRad="38100" dist="19050" dir="2700000" algn="tl" rotWithShape="0">
                    <a:schemeClr val="dk1">
                      <a:alpha val="40000"/>
                    </a:schemeClr>
                  </a:outerShdw>
                </a:effectLst>
                <a:latin typeface="HP Simplified" panose="020B0604020204090204" pitchFamily="34" charset="0"/>
              </a:rPr>
              <a:t>Integrated</a:t>
            </a:r>
            <a:r>
              <a:rPr lang="es-ES" sz="1799" dirty="0">
                <a:ln w="0"/>
                <a:solidFill>
                  <a:srgbClr val="00B0F0"/>
                </a:solidFill>
                <a:effectLst>
                  <a:outerShdw blurRad="38100" dist="19050" dir="2700000" algn="tl" rotWithShape="0">
                    <a:schemeClr val="dk1">
                      <a:alpha val="40000"/>
                    </a:schemeClr>
                  </a:outerShdw>
                </a:effectLst>
                <a:latin typeface="HP Simplified" panose="020B0604020204090204" pitchFamily="34" charset="0"/>
              </a:rPr>
              <a:t> </a:t>
            </a:r>
            <a:r>
              <a:rPr lang="es-ES" sz="1799" dirty="0" err="1">
                <a:ln w="0"/>
                <a:solidFill>
                  <a:srgbClr val="00B0F0"/>
                </a:solidFill>
                <a:effectLst>
                  <a:outerShdw blurRad="38100" dist="19050" dir="2700000" algn="tl" rotWithShape="0">
                    <a:schemeClr val="dk1">
                      <a:alpha val="40000"/>
                    </a:schemeClr>
                  </a:outerShdw>
                </a:effectLst>
                <a:latin typeface="HP Simplified" panose="020B0604020204090204" pitchFamily="34" charset="0"/>
              </a:rPr>
              <a:t>Elevation</a:t>
            </a:r>
            <a:r>
              <a:rPr lang="es-ES" sz="1799" dirty="0">
                <a:ln w="0"/>
                <a:solidFill>
                  <a:srgbClr val="00B0F0"/>
                </a:solidFill>
                <a:effectLst>
                  <a:outerShdw blurRad="38100" dist="19050" dir="2700000" algn="tl" rotWithShape="0">
                    <a:schemeClr val="dk1">
                      <a:alpha val="40000"/>
                    </a:schemeClr>
                  </a:outerShdw>
                </a:effectLst>
                <a:latin typeface="HP Simplified" panose="020B0604020204090204" pitchFamily="34" charset="0"/>
              </a:rPr>
              <a:t>/</a:t>
            </a:r>
            <a:r>
              <a:rPr lang="es-ES" sz="1799" dirty="0" err="1">
                <a:ln w="0"/>
                <a:solidFill>
                  <a:srgbClr val="00B0F0"/>
                </a:solidFill>
                <a:effectLst>
                  <a:outerShdw blurRad="38100" dist="19050" dir="2700000" algn="tl" rotWithShape="0">
                    <a:schemeClr val="dk1">
                      <a:alpha val="40000"/>
                    </a:schemeClr>
                  </a:outerShdw>
                </a:effectLst>
                <a:latin typeface="HP Simplified" panose="020B0604020204090204" pitchFamily="34" charset="0"/>
              </a:rPr>
              <a:t>Escalation</a:t>
            </a:r>
            <a:r>
              <a:rPr lang="es-ES" sz="1799" dirty="0">
                <a:ln w="0"/>
                <a:solidFill>
                  <a:srgbClr val="00B0F0"/>
                </a:solidFill>
                <a:effectLst>
                  <a:outerShdw blurRad="38100" dist="19050" dir="2700000" algn="tl" rotWithShape="0">
                    <a:schemeClr val="dk1">
                      <a:alpha val="40000"/>
                    </a:schemeClr>
                  </a:outerShdw>
                </a:effectLst>
                <a:latin typeface="HP Simplified" panose="020B0604020204090204" pitchFamily="34" charset="0"/>
              </a:rPr>
              <a:t> </a:t>
            </a:r>
            <a:r>
              <a:rPr lang="es-ES" sz="1799" dirty="0" err="1">
                <a:ln w="0"/>
                <a:solidFill>
                  <a:srgbClr val="00B0F0"/>
                </a:solidFill>
                <a:effectLst>
                  <a:outerShdw blurRad="38100" dist="19050" dir="2700000" algn="tl" rotWithShape="0">
                    <a:schemeClr val="dk1">
                      <a:alpha val="40000"/>
                    </a:schemeClr>
                  </a:outerShdw>
                </a:effectLst>
                <a:latin typeface="HP Simplified" panose="020B0604020204090204" pitchFamily="34" charset="0"/>
              </a:rPr>
              <a:t>workflow</a:t>
            </a:r>
            <a:endParaRPr lang="en-GB" sz="1799" dirty="0">
              <a:ln w="0"/>
              <a:solidFill>
                <a:srgbClr val="00B0F0"/>
              </a:solidFill>
              <a:effectLst>
                <a:outerShdw blurRad="38100" dist="19050" dir="2700000" algn="tl" rotWithShape="0">
                  <a:schemeClr val="dk1">
                    <a:alpha val="40000"/>
                  </a:schemeClr>
                </a:outerShdw>
              </a:effectLst>
              <a:latin typeface="HP Simplified" panose="020B0604020204090204" pitchFamily="34" charset="0"/>
            </a:endParaRPr>
          </a:p>
        </p:txBody>
      </p:sp>
      <p:sp>
        <p:nvSpPr>
          <p:cNvPr id="13" name="TextBox 12">
            <a:extLst>
              <a:ext uri="{FF2B5EF4-FFF2-40B4-BE49-F238E27FC236}">
                <a16:creationId xmlns:a16="http://schemas.microsoft.com/office/drawing/2014/main" id="{858A3432-F97C-DD5F-FB0F-C650F1F59507}"/>
              </a:ext>
            </a:extLst>
          </p:cNvPr>
          <p:cNvSpPr txBox="1"/>
          <p:nvPr/>
        </p:nvSpPr>
        <p:spPr>
          <a:xfrm>
            <a:off x="468858" y="3565052"/>
            <a:ext cx="3269439" cy="2554545"/>
          </a:xfrm>
          <a:prstGeom prst="rect">
            <a:avLst/>
          </a:prstGeom>
          <a:noFill/>
        </p:spPr>
        <p:txBody>
          <a:bodyPr wrap="square" rtlCol="0">
            <a:spAutoFit/>
          </a:bodyPr>
          <a:lstStyle/>
          <a:p>
            <a:pPr algn="ctr"/>
            <a:r>
              <a:rPr lang="es-ES" sz="1600" dirty="0" err="1">
                <a:latin typeface="HP Simplified Light" panose="020B0404020204020204" pitchFamily="34" charset="0"/>
              </a:rPr>
              <a:t>One</a:t>
            </a:r>
            <a:r>
              <a:rPr lang="es-ES" sz="1600" dirty="0">
                <a:latin typeface="HP Simplified Light" panose="020B0404020204020204" pitchFamily="34" charset="0"/>
              </a:rPr>
              <a:t> single </a:t>
            </a:r>
            <a:r>
              <a:rPr lang="es-ES" sz="1600" dirty="0" err="1">
                <a:latin typeface="HP Simplified Light" panose="020B0404020204020204" pitchFamily="34" charset="0"/>
              </a:rPr>
              <a:t>tool</a:t>
            </a:r>
            <a:r>
              <a:rPr lang="es-ES" sz="1600" dirty="0">
                <a:latin typeface="HP Simplified Light" panose="020B0404020204020204" pitchFamily="34" charset="0"/>
              </a:rPr>
              <a:t> </a:t>
            </a:r>
            <a:r>
              <a:rPr lang="es-ES" sz="1600" dirty="0" err="1">
                <a:latin typeface="HP Simplified Light" panose="020B0404020204020204" pitchFamily="34" charset="0"/>
              </a:rPr>
              <a:t>to</a:t>
            </a:r>
            <a:r>
              <a:rPr lang="es-ES" sz="1600" dirty="0">
                <a:latin typeface="HP Simplified Light" panose="020B0404020204020204" pitchFamily="34" charset="0"/>
              </a:rPr>
              <a:t> </a:t>
            </a:r>
            <a:r>
              <a:rPr lang="es-ES" sz="1600" dirty="0" err="1">
                <a:latin typeface="HP Simplified Light" panose="020B0404020204020204" pitchFamily="34" charset="0"/>
              </a:rPr>
              <a:t>receive</a:t>
            </a:r>
            <a:r>
              <a:rPr lang="es-ES" sz="1600" dirty="0">
                <a:latin typeface="HP Simplified Light" panose="020B0404020204020204" pitchFamily="34" charset="0"/>
              </a:rPr>
              <a:t>/</a:t>
            </a:r>
            <a:r>
              <a:rPr lang="es-ES" sz="1600" dirty="0" err="1">
                <a:latin typeface="HP Simplified Light" panose="020B0404020204020204" pitchFamily="34" charset="0"/>
              </a:rPr>
              <a:t>manage</a:t>
            </a:r>
            <a:r>
              <a:rPr lang="es-ES" sz="1600" dirty="0">
                <a:latin typeface="HP Simplified Light" panose="020B0404020204020204" pitchFamily="34" charset="0"/>
              </a:rPr>
              <a:t>: </a:t>
            </a:r>
          </a:p>
          <a:p>
            <a:pPr marL="285750" indent="-285750">
              <a:buFont typeface="Arial" panose="020B0604020202020204" pitchFamily="34" charset="0"/>
              <a:buChar char="•"/>
            </a:pPr>
            <a:r>
              <a:rPr lang="es-ES" sz="1600" dirty="0" err="1">
                <a:solidFill>
                  <a:schemeClr val="accent4">
                    <a:lumMod val="75000"/>
                  </a:schemeClr>
                </a:solidFill>
                <a:latin typeface="HP Simplified Light" panose="020B0404020204020204" pitchFamily="34" charset="0"/>
              </a:rPr>
              <a:t>Consultations</a:t>
            </a:r>
            <a:endParaRPr lang="es-ES" sz="1600" dirty="0">
              <a:highlight>
                <a:srgbClr val="FFFF00"/>
              </a:highlight>
              <a:latin typeface="HP Simplified Light" panose="020B0404020204020204" pitchFamily="34" charset="0"/>
            </a:endParaRPr>
          </a:p>
          <a:p>
            <a:pPr marL="285750" indent="-285750">
              <a:buFont typeface="Arial" panose="020B0604020202020204" pitchFamily="34" charset="0"/>
              <a:buChar char="•"/>
            </a:pPr>
            <a:r>
              <a:rPr lang="es-ES" sz="1600" dirty="0">
                <a:latin typeface="HP Simplified Light" panose="020B0404020204020204" pitchFamily="34" charset="0"/>
              </a:rPr>
              <a:t>Direct2ATS (</a:t>
            </a:r>
            <a:r>
              <a:rPr lang="es-ES" sz="1600" dirty="0" err="1">
                <a:latin typeface="HP Simplified Light" panose="020B0404020204020204" pitchFamily="34" charset="0"/>
              </a:rPr>
              <a:t>client</a:t>
            </a:r>
            <a:r>
              <a:rPr lang="es-ES" sz="1600" dirty="0">
                <a:latin typeface="HP Simplified Light" panose="020B0404020204020204" pitchFamily="34" charset="0"/>
              </a:rPr>
              <a:t>/</a:t>
            </a:r>
            <a:r>
              <a:rPr lang="es-ES" sz="1600" dirty="0" err="1">
                <a:latin typeface="HP Simplified Light" panose="020B0404020204020204" pitchFamily="34" charset="0"/>
              </a:rPr>
              <a:t>partner</a:t>
            </a:r>
            <a:r>
              <a:rPr lang="es-ES" sz="1600" dirty="0">
                <a:latin typeface="HP Simplified Light" panose="020B0404020204020204" pitchFamily="34" charset="0"/>
              </a:rPr>
              <a:t>)</a:t>
            </a:r>
          </a:p>
          <a:p>
            <a:pPr algn="ctr"/>
            <a:endParaRPr lang="es-ES" sz="1600" dirty="0">
              <a:highlight>
                <a:srgbClr val="FFFF00"/>
              </a:highlight>
              <a:latin typeface="HP Simplified Light" panose="020B0404020204020204" pitchFamily="34" charset="0"/>
            </a:endParaRPr>
          </a:p>
          <a:p>
            <a:pPr algn="ctr"/>
            <a:r>
              <a:rPr lang="es-ES" sz="1600" dirty="0" err="1">
                <a:latin typeface="HP Simplified Light" panose="020B0404020204020204" pitchFamily="34" charset="0"/>
              </a:rPr>
              <a:t>Automated</a:t>
            </a:r>
            <a:r>
              <a:rPr lang="es-ES" sz="1600" dirty="0">
                <a:latin typeface="HP Simplified Light" panose="020B0404020204020204" pitchFamily="34" charset="0"/>
              </a:rPr>
              <a:t> case </a:t>
            </a:r>
            <a:r>
              <a:rPr lang="es-ES" sz="1600" dirty="0" err="1">
                <a:latin typeface="HP Simplified Light" panose="020B0404020204020204" pitchFamily="34" charset="0"/>
              </a:rPr>
              <a:t>creation</a:t>
            </a:r>
            <a:r>
              <a:rPr lang="es-ES" sz="1600" dirty="0">
                <a:latin typeface="HP Simplified Light" panose="020B0404020204020204" pitchFamily="34" charset="0"/>
              </a:rPr>
              <a:t> </a:t>
            </a:r>
            <a:r>
              <a:rPr lang="es-ES" sz="1600" dirty="0" err="1">
                <a:latin typeface="HP Simplified Light" panose="020B0404020204020204" pitchFamily="34" charset="0"/>
              </a:rPr>
              <a:t>from</a:t>
            </a:r>
            <a:r>
              <a:rPr lang="es-ES" sz="1600" dirty="0">
                <a:latin typeface="HP Simplified Light" panose="020B0404020204020204" pitchFamily="34" charset="0"/>
              </a:rPr>
              <a:t>: </a:t>
            </a:r>
          </a:p>
          <a:p>
            <a:pPr algn="ctr"/>
            <a:r>
              <a:rPr lang="es-ES" sz="1600" dirty="0">
                <a:latin typeface="HP Simplified Light" panose="020B0404020204020204" pitchFamily="34" charset="0"/>
              </a:rPr>
              <a:t>Chat, </a:t>
            </a:r>
            <a:r>
              <a:rPr lang="es-ES" sz="1600" dirty="0" err="1">
                <a:latin typeface="HP Simplified Light" panose="020B0404020204020204" pitchFamily="34" charset="0"/>
              </a:rPr>
              <a:t>Phone</a:t>
            </a:r>
            <a:r>
              <a:rPr lang="es-ES" sz="1600" dirty="0">
                <a:latin typeface="HP Simplified Light" panose="020B0404020204020204" pitchFamily="34" charset="0"/>
              </a:rPr>
              <a:t>, </a:t>
            </a:r>
            <a:r>
              <a:rPr lang="es-ES" sz="1600" dirty="0" err="1">
                <a:latin typeface="HP Simplified Light" panose="020B0404020204020204" pitchFamily="34" charset="0"/>
              </a:rPr>
              <a:t>Forums</a:t>
            </a:r>
            <a:r>
              <a:rPr lang="es-ES" sz="1600" dirty="0">
                <a:latin typeface="HP Simplified Light" panose="020B0404020204020204" pitchFamily="34" charset="0"/>
              </a:rPr>
              <a:t>, </a:t>
            </a:r>
            <a:r>
              <a:rPr lang="es-ES" sz="1600" dirty="0" err="1">
                <a:latin typeface="HP Simplified Light" panose="020B0404020204020204" pitchFamily="34" charset="0"/>
              </a:rPr>
              <a:t>or</a:t>
            </a:r>
            <a:r>
              <a:rPr lang="es-ES" sz="1600" dirty="0">
                <a:latin typeface="HP Simplified Light" panose="020B0404020204020204" pitchFamily="34" charset="0"/>
              </a:rPr>
              <a:t> Email </a:t>
            </a:r>
          </a:p>
          <a:p>
            <a:pPr algn="ctr"/>
            <a:endParaRPr lang="es-ES" sz="1600" dirty="0">
              <a:latin typeface="HP Simplified Light" panose="020B0404020204020204" pitchFamily="34" charset="0"/>
            </a:endParaRPr>
          </a:p>
          <a:p>
            <a:pPr algn="ctr"/>
            <a:r>
              <a:rPr lang="es-ES" sz="1600" dirty="0">
                <a:latin typeface="HP Simplified Light" panose="020B0404020204020204" pitchFamily="34" charset="0"/>
              </a:rPr>
              <a:t>Solution </a:t>
            </a:r>
            <a:r>
              <a:rPr lang="es-ES" sz="1600" dirty="0" err="1">
                <a:latin typeface="HP Simplified Light" panose="020B0404020204020204" pitchFamily="34" charset="0"/>
              </a:rPr>
              <a:t>alignment</a:t>
            </a:r>
            <a:r>
              <a:rPr lang="es-ES" sz="1600" dirty="0">
                <a:latin typeface="HP Simplified Light" panose="020B0404020204020204" pitchFamily="34" charset="0"/>
              </a:rPr>
              <a:t> </a:t>
            </a:r>
            <a:r>
              <a:rPr lang="es-ES" sz="1600" dirty="0" err="1">
                <a:latin typeface="HP Simplified Light" panose="020B0404020204020204" pitchFamily="34" charset="0"/>
              </a:rPr>
              <a:t>with</a:t>
            </a:r>
            <a:r>
              <a:rPr lang="es-ES" sz="1600" dirty="0">
                <a:latin typeface="HP Simplified Light" panose="020B0404020204020204" pitchFamily="34" charset="0"/>
              </a:rPr>
              <a:t> </a:t>
            </a:r>
            <a:r>
              <a:rPr lang="es-ES" sz="1600" dirty="0" err="1">
                <a:latin typeface="HP Simplified Light" panose="020B0404020204020204" pitchFamily="34" charset="0"/>
              </a:rPr>
              <a:t>our</a:t>
            </a:r>
            <a:r>
              <a:rPr lang="es-ES" sz="1600" dirty="0">
                <a:latin typeface="HP Simplified Light" panose="020B0404020204020204" pitchFamily="34" charset="0"/>
              </a:rPr>
              <a:t> Support </a:t>
            </a:r>
            <a:r>
              <a:rPr lang="es-ES" sz="1600" dirty="0" err="1">
                <a:latin typeface="HP Simplified Light" panose="020B0404020204020204" pitchFamily="34" charset="0"/>
              </a:rPr>
              <a:t>partners</a:t>
            </a:r>
            <a:r>
              <a:rPr lang="es-ES" sz="1600" dirty="0">
                <a:latin typeface="HP Simplified Light" panose="020B0404020204020204" pitchFamily="34" charset="0"/>
              </a:rPr>
              <a:t> (CCC, </a:t>
            </a:r>
            <a:r>
              <a:rPr lang="es-ES" sz="1600" dirty="0">
                <a:solidFill>
                  <a:schemeClr val="accent4">
                    <a:lumMod val="75000"/>
                  </a:schemeClr>
                </a:solidFill>
                <a:latin typeface="HP Simplified Light" panose="020B0404020204020204" pitchFamily="34" charset="0"/>
              </a:rPr>
              <a:t>Field </a:t>
            </a:r>
            <a:r>
              <a:rPr lang="es-ES" sz="1600" dirty="0" err="1">
                <a:solidFill>
                  <a:schemeClr val="accent4">
                    <a:lumMod val="75000"/>
                  </a:schemeClr>
                </a:solidFill>
                <a:latin typeface="HP Simplified Light" panose="020B0404020204020204" pitchFamily="34" charset="0"/>
              </a:rPr>
              <a:t>delivery</a:t>
            </a:r>
            <a:r>
              <a:rPr lang="es-ES" sz="1600" dirty="0">
                <a:solidFill>
                  <a:schemeClr val="accent4">
                    <a:lumMod val="75000"/>
                  </a:schemeClr>
                </a:solidFill>
                <a:latin typeface="HP Simplified Light" panose="020B0404020204020204" pitchFamily="34" charset="0"/>
              </a:rPr>
              <a:t> and Channel </a:t>
            </a:r>
            <a:r>
              <a:rPr lang="es-ES" sz="1600" dirty="0" err="1">
                <a:solidFill>
                  <a:schemeClr val="accent4">
                    <a:lumMod val="75000"/>
                  </a:schemeClr>
                </a:solidFill>
                <a:latin typeface="HP Simplified Light" panose="020B0404020204020204" pitchFamily="34" charset="0"/>
              </a:rPr>
              <a:t>partners</a:t>
            </a:r>
            <a:r>
              <a:rPr lang="es-ES" sz="1600" dirty="0">
                <a:latin typeface="HP Simplified Light" panose="020B0404020204020204" pitchFamily="34" charset="0"/>
              </a:rPr>
              <a:t>)</a:t>
            </a:r>
          </a:p>
        </p:txBody>
      </p:sp>
      <p:sp>
        <p:nvSpPr>
          <p:cNvPr id="14" name="TextBox 13">
            <a:extLst>
              <a:ext uri="{FF2B5EF4-FFF2-40B4-BE49-F238E27FC236}">
                <a16:creationId xmlns:a16="http://schemas.microsoft.com/office/drawing/2014/main" id="{DAF0E88C-7E35-FECE-0CFC-FBC65AE22443}"/>
              </a:ext>
            </a:extLst>
          </p:cNvPr>
          <p:cNvSpPr txBox="1"/>
          <p:nvPr/>
        </p:nvSpPr>
        <p:spPr>
          <a:xfrm>
            <a:off x="4526284" y="3581437"/>
            <a:ext cx="3135122" cy="1815882"/>
          </a:xfrm>
          <a:prstGeom prst="rect">
            <a:avLst/>
          </a:prstGeom>
          <a:noFill/>
        </p:spPr>
        <p:txBody>
          <a:bodyPr wrap="square" rtlCol="0">
            <a:spAutoFit/>
          </a:bodyPr>
          <a:lstStyle/>
          <a:p>
            <a:pPr algn="ctr"/>
            <a:r>
              <a:rPr lang="es-ES" sz="1600" dirty="0" err="1">
                <a:solidFill>
                  <a:schemeClr val="accent4">
                    <a:lumMod val="75000"/>
                  </a:schemeClr>
                </a:solidFill>
                <a:latin typeface="HP Simplified Light" panose="020B0404020204020204" pitchFamily="34" charset="0"/>
              </a:rPr>
              <a:t>Expand</a:t>
            </a:r>
            <a:r>
              <a:rPr lang="es-ES" sz="1600" dirty="0">
                <a:solidFill>
                  <a:schemeClr val="accent4">
                    <a:lumMod val="75000"/>
                  </a:schemeClr>
                </a:solidFill>
                <a:latin typeface="HP Simplified Light" panose="020B0404020204020204" pitchFamily="34" charset="0"/>
              </a:rPr>
              <a:t> </a:t>
            </a:r>
            <a:r>
              <a:rPr lang="es-ES" sz="1600" dirty="0" err="1">
                <a:solidFill>
                  <a:schemeClr val="accent4">
                    <a:lumMod val="75000"/>
                  </a:schemeClr>
                </a:solidFill>
                <a:latin typeface="HP Simplified Light" panose="020B0404020204020204" pitchFamily="34" charset="0"/>
              </a:rPr>
              <a:t>information</a:t>
            </a:r>
            <a:r>
              <a:rPr lang="es-ES" sz="1600" dirty="0">
                <a:solidFill>
                  <a:schemeClr val="accent4">
                    <a:lumMod val="75000"/>
                  </a:schemeClr>
                </a:solidFill>
                <a:latin typeface="HP Simplified Light" panose="020B0404020204020204" pitchFamily="34" charset="0"/>
              </a:rPr>
              <a:t> </a:t>
            </a:r>
            <a:r>
              <a:rPr lang="es-ES" sz="1600" dirty="0" err="1">
                <a:solidFill>
                  <a:schemeClr val="accent4">
                    <a:lumMod val="75000"/>
                  </a:schemeClr>
                </a:solidFill>
                <a:latin typeface="HP Simplified Light" panose="020B0404020204020204" pitchFamily="34" charset="0"/>
              </a:rPr>
              <a:t>with</a:t>
            </a:r>
            <a:r>
              <a:rPr lang="es-ES" sz="1600" dirty="0">
                <a:solidFill>
                  <a:schemeClr val="accent4">
                    <a:lumMod val="75000"/>
                  </a:schemeClr>
                </a:solidFill>
                <a:latin typeface="HP Simplified Light" panose="020B0404020204020204" pitchFamily="34" charset="0"/>
              </a:rPr>
              <a:t> </a:t>
            </a:r>
            <a:r>
              <a:rPr lang="es-ES" sz="1600" dirty="0" err="1">
                <a:solidFill>
                  <a:schemeClr val="accent4">
                    <a:lumMod val="75000"/>
                  </a:schemeClr>
                </a:solidFill>
                <a:latin typeface="HP Simplified Light" panose="020B0404020204020204" pitchFamily="34" charset="0"/>
              </a:rPr>
              <a:t>Root</a:t>
            </a:r>
            <a:r>
              <a:rPr lang="es-ES" sz="1600" dirty="0">
                <a:solidFill>
                  <a:schemeClr val="accent4">
                    <a:lumMod val="75000"/>
                  </a:schemeClr>
                </a:solidFill>
                <a:latin typeface="HP Simplified Light" panose="020B0404020204020204" pitchFamily="34" charset="0"/>
              </a:rPr>
              <a:t> cause </a:t>
            </a:r>
            <a:r>
              <a:rPr lang="es-ES" sz="1600" dirty="0" err="1">
                <a:solidFill>
                  <a:schemeClr val="accent4">
                    <a:lumMod val="75000"/>
                  </a:schemeClr>
                </a:solidFill>
                <a:latin typeface="HP Simplified Light" panose="020B0404020204020204" pitchFamily="34" charset="0"/>
              </a:rPr>
              <a:t>analysis</a:t>
            </a:r>
            <a:r>
              <a:rPr lang="es-ES" sz="1600" dirty="0">
                <a:solidFill>
                  <a:schemeClr val="accent4">
                    <a:lumMod val="75000"/>
                  </a:schemeClr>
                </a:solidFill>
                <a:latin typeface="HP Simplified Light" panose="020B0404020204020204" pitchFamily="34" charset="0"/>
              </a:rPr>
              <a:t>  (8D) and </a:t>
            </a:r>
            <a:r>
              <a:rPr lang="es-ES" sz="1600" dirty="0" err="1">
                <a:solidFill>
                  <a:schemeClr val="accent4">
                    <a:lumMod val="75000"/>
                  </a:schemeClr>
                </a:solidFill>
                <a:latin typeface="HP Simplified Light" panose="020B0404020204020204" pitchFamily="34" charset="0"/>
              </a:rPr>
              <a:t>customer</a:t>
            </a:r>
            <a:r>
              <a:rPr lang="es-ES" sz="1600" dirty="0">
                <a:solidFill>
                  <a:schemeClr val="accent4">
                    <a:lumMod val="75000"/>
                  </a:schemeClr>
                </a:solidFill>
                <a:latin typeface="HP Simplified Light" panose="020B0404020204020204" pitchFamily="34" charset="0"/>
              </a:rPr>
              <a:t> </a:t>
            </a:r>
            <a:r>
              <a:rPr lang="es-ES" sz="1600" dirty="0" err="1">
                <a:solidFill>
                  <a:schemeClr val="accent4">
                    <a:lumMod val="75000"/>
                  </a:schemeClr>
                </a:solidFill>
                <a:latin typeface="HP Simplified Light" panose="020B0404020204020204" pitchFamily="34" charset="0"/>
              </a:rPr>
              <a:t>profile</a:t>
            </a:r>
            <a:r>
              <a:rPr lang="es-ES" sz="1600" dirty="0">
                <a:solidFill>
                  <a:schemeClr val="accent4">
                    <a:lumMod val="75000"/>
                  </a:schemeClr>
                </a:solidFill>
                <a:latin typeface="HP Simplified Light" panose="020B0404020204020204" pitchFamily="34" charset="0"/>
              </a:rPr>
              <a:t> (</a:t>
            </a:r>
            <a:r>
              <a:rPr lang="es-ES" sz="1600" dirty="0" err="1">
                <a:solidFill>
                  <a:schemeClr val="accent4">
                    <a:lumMod val="75000"/>
                  </a:schemeClr>
                </a:solidFill>
                <a:latin typeface="HP Simplified Light" panose="020B0404020204020204" pitchFamily="34" charset="0"/>
              </a:rPr>
              <a:t>sentiment</a:t>
            </a:r>
            <a:r>
              <a:rPr lang="es-ES" sz="1600" dirty="0">
                <a:solidFill>
                  <a:schemeClr val="accent4">
                    <a:lumMod val="75000"/>
                  </a:schemeClr>
                </a:solidFill>
                <a:latin typeface="HP Simplified Light" panose="020B0404020204020204" pitchFamily="34" charset="0"/>
              </a:rPr>
              <a:t>, </a:t>
            </a:r>
            <a:r>
              <a:rPr lang="es-ES" sz="1600" dirty="0" err="1">
                <a:solidFill>
                  <a:schemeClr val="accent4">
                    <a:lumMod val="75000"/>
                  </a:schemeClr>
                </a:solidFill>
                <a:latin typeface="HP Simplified Light" panose="020B0404020204020204" pitchFamily="34" charset="0"/>
              </a:rPr>
              <a:t>history</a:t>
            </a:r>
            <a:r>
              <a:rPr lang="es-ES" sz="1600" dirty="0">
                <a:solidFill>
                  <a:schemeClr val="accent4">
                    <a:lumMod val="75000"/>
                  </a:schemeClr>
                </a:solidFill>
                <a:latin typeface="HP Simplified Light" panose="020B0404020204020204" pitchFamily="34" charset="0"/>
              </a:rPr>
              <a:t>, </a:t>
            </a:r>
            <a:r>
              <a:rPr lang="es-ES" sz="1600" dirty="0" err="1">
                <a:solidFill>
                  <a:schemeClr val="accent4">
                    <a:lumMod val="75000"/>
                  </a:schemeClr>
                </a:solidFill>
                <a:latin typeface="HP Simplified Light" panose="020B0404020204020204" pitchFamily="34" charset="0"/>
              </a:rPr>
              <a:t>etc</a:t>
            </a:r>
            <a:r>
              <a:rPr lang="es-ES" sz="1600" dirty="0">
                <a:solidFill>
                  <a:schemeClr val="accent4">
                    <a:lumMod val="75000"/>
                  </a:schemeClr>
                </a:solidFill>
                <a:latin typeface="HP Simplified Light" panose="020B0404020204020204" pitchFamily="34" charset="0"/>
              </a:rPr>
              <a:t>)</a:t>
            </a:r>
          </a:p>
          <a:p>
            <a:pPr algn="ctr"/>
            <a:endParaRPr lang="es-ES" sz="1600" dirty="0">
              <a:latin typeface="HP Simplified Light" panose="020B0404020204020204" pitchFamily="34" charset="0"/>
            </a:endParaRPr>
          </a:p>
          <a:p>
            <a:pPr algn="ctr"/>
            <a:r>
              <a:rPr lang="es-ES" sz="1600" dirty="0" err="1">
                <a:latin typeface="HP Simplified Light" panose="020B0404020204020204" pitchFamily="34" charset="0"/>
              </a:rPr>
              <a:t>Avoid</a:t>
            </a:r>
            <a:r>
              <a:rPr lang="es-ES" sz="1600" dirty="0">
                <a:latin typeface="HP Simplified Light" panose="020B0404020204020204" pitchFamily="34" charset="0"/>
              </a:rPr>
              <a:t> manual </a:t>
            </a:r>
            <a:r>
              <a:rPr lang="es-ES" sz="1600" dirty="0" err="1">
                <a:latin typeface="HP Simplified Light" panose="020B0404020204020204" pitchFamily="34" charset="0"/>
              </a:rPr>
              <a:t>re-entry</a:t>
            </a:r>
            <a:r>
              <a:rPr lang="es-ES" sz="1600" dirty="0">
                <a:latin typeface="HP Simplified Light" panose="020B0404020204020204" pitchFamily="34" charset="0"/>
              </a:rPr>
              <a:t> of data </a:t>
            </a:r>
            <a:r>
              <a:rPr lang="es-ES" sz="1600" dirty="0" err="1">
                <a:latin typeface="HP Simplified Light" panose="020B0404020204020204" pitchFamily="34" charset="0"/>
              </a:rPr>
              <a:t>by</a:t>
            </a:r>
            <a:r>
              <a:rPr lang="es-ES" sz="1600" dirty="0">
                <a:latin typeface="HP Simplified Light" panose="020B0404020204020204" pitchFamily="34" charset="0"/>
              </a:rPr>
              <a:t> </a:t>
            </a:r>
            <a:r>
              <a:rPr lang="es-ES" sz="1600" dirty="0" err="1">
                <a:latin typeface="HP Simplified Light" panose="020B0404020204020204" pitchFamily="34" charset="0"/>
              </a:rPr>
              <a:t>automatic</a:t>
            </a:r>
            <a:r>
              <a:rPr lang="es-ES" sz="1600" dirty="0">
                <a:latin typeface="HP Simplified Light" panose="020B0404020204020204" pitchFamily="34" charset="0"/>
              </a:rPr>
              <a:t> </a:t>
            </a:r>
            <a:r>
              <a:rPr lang="es-ES" sz="1600" dirty="0" err="1">
                <a:latin typeface="HP Simplified Light" panose="020B0404020204020204" pitchFamily="34" charset="0"/>
              </a:rPr>
              <a:t>available</a:t>
            </a:r>
            <a:r>
              <a:rPr lang="es-ES" sz="1600" dirty="0">
                <a:latin typeface="HP Simplified Light" panose="020B0404020204020204" pitchFamily="34" charset="0"/>
              </a:rPr>
              <a:t> data </a:t>
            </a:r>
            <a:r>
              <a:rPr lang="es-ES" sz="1600" dirty="0" err="1">
                <a:latin typeface="HP Simplified Light" panose="020B0404020204020204" pitchFamily="34" charset="0"/>
              </a:rPr>
              <a:t>loading</a:t>
            </a:r>
            <a:endParaRPr lang="es-ES" sz="1600" dirty="0">
              <a:latin typeface="HP Simplified Light" panose="020B0404020204020204" pitchFamily="34" charset="0"/>
            </a:endParaRPr>
          </a:p>
          <a:p>
            <a:pPr algn="ctr"/>
            <a:endParaRPr lang="es-ES" sz="1600" dirty="0">
              <a:latin typeface="HP Simplified Light" panose="020B0404020204020204" pitchFamily="34" charset="0"/>
            </a:endParaRPr>
          </a:p>
        </p:txBody>
      </p:sp>
      <p:sp>
        <p:nvSpPr>
          <p:cNvPr id="15" name="TextBox 14">
            <a:extLst>
              <a:ext uri="{FF2B5EF4-FFF2-40B4-BE49-F238E27FC236}">
                <a16:creationId xmlns:a16="http://schemas.microsoft.com/office/drawing/2014/main" id="{6CAE3E26-4C1C-9F47-0867-B6881198C8AD}"/>
              </a:ext>
            </a:extLst>
          </p:cNvPr>
          <p:cNvSpPr txBox="1"/>
          <p:nvPr/>
        </p:nvSpPr>
        <p:spPr>
          <a:xfrm>
            <a:off x="8553918" y="3565051"/>
            <a:ext cx="3012071" cy="1815882"/>
          </a:xfrm>
          <a:prstGeom prst="rect">
            <a:avLst/>
          </a:prstGeom>
          <a:noFill/>
        </p:spPr>
        <p:txBody>
          <a:bodyPr wrap="square" rtlCol="0">
            <a:spAutoFit/>
          </a:bodyPr>
          <a:lstStyle/>
          <a:p>
            <a:pPr algn="ctr"/>
            <a:r>
              <a:rPr lang="es-ES" sz="1600" dirty="0">
                <a:solidFill>
                  <a:schemeClr val="accent4">
                    <a:lumMod val="75000"/>
                  </a:schemeClr>
                </a:solidFill>
                <a:latin typeface="HP Simplified Light" panose="020B0404020204020204" pitchFamily="34" charset="0"/>
              </a:rPr>
              <a:t>CDAX – SI </a:t>
            </a:r>
            <a:r>
              <a:rPr lang="es-ES" sz="1600" dirty="0" err="1">
                <a:solidFill>
                  <a:schemeClr val="accent4">
                    <a:lumMod val="75000"/>
                  </a:schemeClr>
                </a:solidFill>
                <a:latin typeface="HP Simplified Light" panose="020B0404020204020204" pitchFamily="34" charset="0"/>
              </a:rPr>
              <a:t>connectivity</a:t>
            </a:r>
            <a:endParaRPr lang="es-ES" sz="1600" dirty="0">
              <a:solidFill>
                <a:schemeClr val="accent4">
                  <a:lumMod val="75000"/>
                </a:schemeClr>
              </a:solidFill>
              <a:latin typeface="HP Simplified Light" panose="020B0404020204020204" pitchFamily="34" charset="0"/>
            </a:endParaRPr>
          </a:p>
          <a:p>
            <a:pPr algn="ctr"/>
            <a:endParaRPr lang="es-ES" sz="1600" dirty="0">
              <a:latin typeface="HP Simplified Light" panose="020B0404020204020204" pitchFamily="34" charset="0"/>
            </a:endParaRPr>
          </a:p>
          <a:p>
            <a:pPr algn="ctr"/>
            <a:r>
              <a:rPr lang="es-ES" sz="1600" dirty="0" err="1">
                <a:latin typeface="HP Simplified Light" panose="020B0404020204020204" pitchFamily="34" charset="0"/>
              </a:rPr>
              <a:t>Elevation</a:t>
            </a:r>
            <a:r>
              <a:rPr lang="es-ES" sz="1600" dirty="0">
                <a:latin typeface="HP Simplified Light" panose="020B0404020204020204" pitchFamily="34" charset="0"/>
              </a:rPr>
              <a:t> </a:t>
            </a:r>
            <a:r>
              <a:rPr lang="es-ES" sz="1600" dirty="0" err="1">
                <a:latin typeface="HP Simplified Light" panose="020B0404020204020204" pitchFamily="34" charset="0"/>
              </a:rPr>
              <a:t>mgmt</a:t>
            </a:r>
            <a:r>
              <a:rPr lang="es-ES" sz="1600" dirty="0">
                <a:latin typeface="HP Simplified Light" panose="020B0404020204020204" pitchFamily="34" charset="0"/>
              </a:rPr>
              <a:t> in </a:t>
            </a:r>
            <a:r>
              <a:rPr lang="es-ES" sz="1600" dirty="0" err="1">
                <a:latin typeface="HP Simplified Light" panose="020B0404020204020204" pitchFamily="34" charset="0"/>
              </a:rPr>
              <a:t>one</a:t>
            </a:r>
            <a:r>
              <a:rPr lang="es-ES" sz="1600" dirty="0">
                <a:latin typeface="HP Simplified Light" panose="020B0404020204020204" pitchFamily="34" charset="0"/>
              </a:rPr>
              <a:t> single </a:t>
            </a:r>
            <a:r>
              <a:rPr lang="es-ES" sz="1600" dirty="0" err="1">
                <a:latin typeface="HP Simplified Light" panose="020B0404020204020204" pitchFamily="34" charset="0"/>
              </a:rPr>
              <a:t>tool</a:t>
            </a:r>
            <a:r>
              <a:rPr lang="es-ES" sz="1600" dirty="0">
                <a:latin typeface="HP Simplified Light" panose="020B0404020204020204" pitchFamily="34" charset="0"/>
              </a:rPr>
              <a:t> </a:t>
            </a:r>
            <a:r>
              <a:rPr lang="es-ES" sz="1600" dirty="0" err="1">
                <a:latin typeface="HP Simplified Light" panose="020B0404020204020204" pitchFamily="34" charset="0"/>
              </a:rPr>
              <a:t>across</a:t>
            </a:r>
            <a:r>
              <a:rPr lang="es-ES" sz="1600" dirty="0">
                <a:latin typeface="HP Simplified Light" panose="020B0404020204020204" pitchFamily="34" charset="0"/>
              </a:rPr>
              <a:t> ATS, </a:t>
            </a:r>
            <a:r>
              <a:rPr lang="es-ES" sz="1600" dirty="0" err="1">
                <a:latin typeface="HP Simplified Light" panose="020B0404020204020204" pitchFamily="34" charset="0"/>
              </a:rPr>
              <a:t>including</a:t>
            </a:r>
            <a:r>
              <a:rPr lang="es-ES" sz="1600" dirty="0">
                <a:latin typeface="HP Simplified Light" panose="020B0404020204020204" pitchFamily="34" charset="0"/>
              </a:rPr>
              <a:t> TPM </a:t>
            </a:r>
            <a:r>
              <a:rPr lang="es-ES" sz="1600" dirty="0" err="1">
                <a:latin typeface="HP Simplified Light" panose="020B0404020204020204" pitchFamily="34" charset="0"/>
              </a:rPr>
              <a:t>elevations</a:t>
            </a:r>
            <a:endParaRPr lang="es-ES" sz="1600" dirty="0">
              <a:latin typeface="HP Simplified Light" panose="020B0404020204020204" pitchFamily="34" charset="0"/>
            </a:endParaRPr>
          </a:p>
          <a:p>
            <a:pPr algn="ctr"/>
            <a:endParaRPr lang="es-ES" sz="1600" dirty="0">
              <a:latin typeface="HP Simplified Light" panose="020B0404020204020204" pitchFamily="34" charset="0"/>
            </a:endParaRPr>
          </a:p>
          <a:p>
            <a:pPr algn="ctr"/>
            <a:r>
              <a:rPr lang="es-ES" sz="1600" dirty="0" err="1">
                <a:latin typeface="HP Simplified Light" panose="020B0404020204020204" pitchFamily="34" charset="0"/>
              </a:rPr>
              <a:t>Include</a:t>
            </a:r>
            <a:r>
              <a:rPr lang="es-ES" sz="1600" dirty="0">
                <a:latin typeface="HP Simplified Light" panose="020B0404020204020204" pitchFamily="34" charset="0"/>
              </a:rPr>
              <a:t> BEM </a:t>
            </a:r>
            <a:r>
              <a:rPr lang="es-ES" sz="1600" dirty="0" err="1">
                <a:latin typeface="HP Simplified Light" panose="020B0404020204020204" pitchFamily="34" charset="0"/>
              </a:rPr>
              <a:t>workflow</a:t>
            </a:r>
            <a:endParaRPr lang="es-ES" sz="1600" dirty="0">
              <a:latin typeface="HP Simplified Light" panose="020B0404020204020204" pitchFamily="34" charset="0"/>
            </a:endParaRPr>
          </a:p>
        </p:txBody>
      </p:sp>
    </p:spTree>
    <p:extLst>
      <p:ext uri="{BB962C8B-B14F-4D97-AF65-F5344CB8AC3E}">
        <p14:creationId xmlns:p14="http://schemas.microsoft.com/office/powerpoint/2010/main" val="762236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5AFB8-AE62-A74C-BCC5-EDC6DCFA7682}"/>
              </a:ext>
            </a:extLst>
          </p:cNvPr>
          <p:cNvSpPr>
            <a:spLocks noGrp="1"/>
          </p:cNvSpPr>
          <p:nvPr>
            <p:ph type="title"/>
          </p:nvPr>
        </p:nvSpPr>
        <p:spPr>
          <a:xfrm>
            <a:off x="121480" y="123702"/>
            <a:ext cx="11612880" cy="600934"/>
          </a:xfrm>
        </p:spPr>
        <p:txBody>
          <a:bodyPr/>
          <a:lstStyle/>
          <a:p>
            <a:r>
              <a:rPr lang="en-US" dirty="0"/>
              <a:t>Improve case data</a:t>
            </a:r>
          </a:p>
        </p:txBody>
      </p:sp>
      <p:sp>
        <p:nvSpPr>
          <p:cNvPr id="9" name="Slide Number Placeholder 8">
            <a:extLst>
              <a:ext uri="{FF2B5EF4-FFF2-40B4-BE49-F238E27FC236}">
                <a16:creationId xmlns:a16="http://schemas.microsoft.com/office/drawing/2014/main" id="{90341C30-109A-4A92-A350-17131715993D}"/>
              </a:ext>
            </a:extLst>
          </p:cNvPr>
          <p:cNvSpPr>
            <a:spLocks noGrp="1"/>
          </p:cNvSpPr>
          <p:nvPr>
            <p:ph type="sldNum" sz="quarter" idx="12"/>
          </p:nvPr>
        </p:nvSpPr>
        <p:spPr/>
        <p:txBody>
          <a:bodyPr/>
          <a:lstStyle/>
          <a:p>
            <a:fld id="{7EAD36D4-32FF-544B-9EC2-1F035E0F636E}" type="slidenum">
              <a:rPr lang="en-US" smtClean="0"/>
              <a:pPr/>
              <a:t>8</a:t>
            </a:fld>
            <a:endParaRPr lang="en-US"/>
          </a:p>
        </p:txBody>
      </p:sp>
      <p:sp>
        <p:nvSpPr>
          <p:cNvPr id="8" name="Text Placeholder 32">
            <a:extLst>
              <a:ext uri="{FF2B5EF4-FFF2-40B4-BE49-F238E27FC236}">
                <a16:creationId xmlns:a16="http://schemas.microsoft.com/office/drawing/2014/main" id="{1C721283-84F0-F00C-513A-777C7003CD48}"/>
              </a:ext>
            </a:extLst>
          </p:cNvPr>
          <p:cNvSpPr txBox="1">
            <a:spLocks/>
          </p:cNvSpPr>
          <p:nvPr/>
        </p:nvSpPr>
        <p:spPr bwMode="gray">
          <a:xfrm>
            <a:off x="112098" y="699861"/>
            <a:ext cx="9690142" cy="22523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buClr>
                <a:schemeClr val="tx1"/>
              </a:buClr>
              <a:buFont typeface="HP Simplified" panose="020B0604020204020204" pitchFamily="34" charset="0"/>
              <a:buNone/>
              <a:defRPr sz="1800" b="0" kern="1200" spc="0" baseline="0">
                <a:solidFill>
                  <a:schemeClr val="bg2"/>
                </a:solidFill>
                <a:latin typeface="+mj-lt"/>
                <a:ea typeface="+mn-ea"/>
                <a:cs typeface="+mn-cs"/>
              </a:defRPr>
            </a:lvl1pPr>
            <a:lvl2pPr marL="0" indent="0" algn="l" defTabSz="914400" rtl="0" eaLnBrk="1" latinLnBrk="0" hangingPunct="1">
              <a:lnSpc>
                <a:spcPct val="90000"/>
              </a:lnSpc>
              <a:spcBef>
                <a:spcPts val="0"/>
              </a:spcBef>
              <a:buClr>
                <a:schemeClr val="tx1"/>
              </a:buClr>
              <a:buSzPct val="80000"/>
              <a:buFont typeface="HP Simplified" panose="020B0604020204020204" pitchFamily="34" charset="0"/>
              <a:buNone/>
              <a:defRPr sz="1800" kern="1200">
                <a:solidFill>
                  <a:schemeClr val="tx1"/>
                </a:solidFill>
                <a:latin typeface="+mn-lt"/>
                <a:ea typeface="+mn-ea"/>
                <a:cs typeface="+mn-cs"/>
              </a:defRPr>
            </a:lvl2pPr>
            <a:lvl3pPr marL="0" indent="0" algn="l" defTabSz="914400" rtl="0" eaLnBrk="1" latinLnBrk="0" hangingPunct="1">
              <a:lnSpc>
                <a:spcPct val="90000"/>
              </a:lnSpc>
              <a:spcBef>
                <a:spcPts val="0"/>
              </a:spcBef>
              <a:buClr>
                <a:schemeClr val="tx1"/>
              </a:buClr>
              <a:buFont typeface="HP Simplified" panose="020B0604020204020204" pitchFamily="34" charset="0"/>
              <a:buNone/>
              <a:defRPr sz="1800" kern="1200">
                <a:solidFill>
                  <a:schemeClr val="tx1"/>
                </a:solidFill>
                <a:latin typeface="+mn-lt"/>
                <a:ea typeface="+mn-ea"/>
                <a:cs typeface="+mn-cs"/>
              </a:defRPr>
            </a:lvl3pPr>
            <a:lvl4pPr marL="0" indent="0" algn="l" defTabSz="914400" rtl="0" eaLnBrk="1" latinLnBrk="0" hangingPunct="1">
              <a:lnSpc>
                <a:spcPct val="90000"/>
              </a:lnSpc>
              <a:spcBef>
                <a:spcPts val="0"/>
              </a:spcBef>
              <a:buClr>
                <a:schemeClr val="tx1"/>
              </a:buClr>
              <a:buSzPct val="80000"/>
              <a:buFont typeface="HP Simplified" panose="020B0604020204020204" pitchFamily="34" charset="0"/>
              <a:buNone/>
              <a:defRPr sz="1800" kern="1200">
                <a:solidFill>
                  <a:schemeClr val="tx1"/>
                </a:solidFill>
                <a:latin typeface="+mn-lt"/>
                <a:ea typeface="+mn-ea"/>
                <a:cs typeface="+mn-cs"/>
              </a:defRPr>
            </a:lvl4pPr>
            <a:lvl5pPr marL="0" indent="0" algn="l" defTabSz="914400" rtl="0" eaLnBrk="1" latinLnBrk="0" hangingPunct="1">
              <a:lnSpc>
                <a:spcPct val="90000"/>
              </a:lnSpc>
              <a:spcBef>
                <a:spcPts val="0"/>
              </a:spcBef>
              <a:buClr>
                <a:schemeClr val="tx1"/>
              </a:buClr>
              <a:buFont typeface="HP Simplified" panose="020B0604020204020204" pitchFamily="34" charset="0"/>
              <a:buNone/>
              <a:defRPr sz="1800" kern="1200">
                <a:solidFill>
                  <a:schemeClr val="tx1"/>
                </a:solidFill>
                <a:latin typeface="+mn-lt"/>
                <a:ea typeface="+mn-ea"/>
                <a:cs typeface="+mn-cs"/>
              </a:defRPr>
            </a:lvl5pPr>
            <a:lvl6pPr marL="0" indent="0" algn="l" defTabSz="914400" rtl="0" eaLnBrk="1" latinLnBrk="0" hangingPunct="1">
              <a:lnSpc>
                <a:spcPct val="90000"/>
              </a:lnSpc>
              <a:spcBef>
                <a:spcPts val="0"/>
              </a:spcBef>
              <a:buClr>
                <a:schemeClr val="tx1"/>
              </a:buClr>
              <a:buSzPct val="80000"/>
              <a:buFont typeface="HP Simplified" panose="020B0604020204020204" pitchFamily="34" charset="0"/>
              <a:buNone/>
              <a:defRPr sz="1800" kern="1200">
                <a:solidFill>
                  <a:schemeClr val="tx1"/>
                </a:solidFill>
                <a:latin typeface="+mn-lt"/>
                <a:ea typeface="+mn-ea"/>
                <a:cs typeface="+mn-cs"/>
              </a:defRPr>
            </a:lvl6pPr>
            <a:lvl7pPr marL="0" indent="0" algn="l" defTabSz="914400" rtl="0" eaLnBrk="1" latinLnBrk="0" hangingPunct="1">
              <a:lnSpc>
                <a:spcPct val="90000"/>
              </a:lnSpc>
              <a:spcBef>
                <a:spcPts val="0"/>
              </a:spcBef>
              <a:buClr>
                <a:schemeClr val="tx1"/>
              </a:buClr>
              <a:buFont typeface="HP Simplified" panose="020B0604020204020204" pitchFamily="34" charset="0"/>
              <a:buNone/>
              <a:defRPr sz="1800" kern="1200">
                <a:solidFill>
                  <a:schemeClr val="tx1"/>
                </a:solidFill>
                <a:latin typeface="+mn-lt"/>
                <a:ea typeface="+mn-ea"/>
                <a:cs typeface="+mn-cs"/>
              </a:defRPr>
            </a:lvl7pPr>
            <a:lvl8pPr marL="0" indent="0" algn="l" defTabSz="914400" rtl="0" eaLnBrk="1" latinLnBrk="0" hangingPunct="1">
              <a:lnSpc>
                <a:spcPct val="90000"/>
              </a:lnSpc>
              <a:spcBef>
                <a:spcPts val="0"/>
              </a:spcBef>
              <a:buClr>
                <a:schemeClr val="tx1"/>
              </a:buClr>
              <a:buSzPct val="80000"/>
              <a:buFont typeface="HP Simplified" panose="020B0604020204020204" pitchFamily="34" charset="0"/>
              <a:buNone/>
              <a:defRPr sz="1800" kern="1200">
                <a:solidFill>
                  <a:schemeClr val="tx1"/>
                </a:solidFill>
                <a:latin typeface="+mn-lt"/>
                <a:ea typeface="+mn-ea"/>
                <a:cs typeface="+mn-cs"/>
              </a:defRPr>
            </a:lvl8pPr>
            <a:lvl9pPr marL="0" indent="0" algn="l" defTabSz="914400" rtl="0" eaLnBrk="1" latinLnBrk="0" hangingPunct="1">
              <a:lnSpc>
                <a:spcPct val="90000"/>
              </a:lnSpc>
              <a:spcBef>
                <a:spcPts val="0"/>
              </a:spcBef>
              <a:buClr>
                <a:schemeClr val="tx1"/>
              </a:buClr>
              <a:buFont typeface="HP Simplified" panose="020B0604020204020204" pitchFamily="34" charset="0"/>
              <a:buNone/>
              <a:defRPr sz="1800" kern="1200">
                <a:solidFill>
                  <a:schemeClr val="tx1"/>
                </a:solidFill>
                <a:latin typeface="+mn-lt"/>
                <a:ea typeface="+mn-ea"/>
                <a:cs typeface="+mn-cs"/>
              </a:defRPr>
            </a:lvl9pPr>
          </a:lstStyle>
          <a:p>
            <a:pPr>
              <a:buClr>
                <a:sysClr val="windowText" lastClr="000000"/>
              </a:buClr>
              <a:defRPr/>
            </a:pPr>
            <a:r>
              <a:rPr lang="en-US" dirty="0">
                <a:solidFill>
                  <a:srgbClr val="142341"/>
                </a:solidFill>
                <a:latin typeface="HP Simplified"/>
              </a:rPr>
              <a:t>A long roadmap that includes 8D and case profile advancements</a:t>
            </a:r>
          </a:p>
          <a:p>
            <a:pPr>
              <a:buClr>
                <a:sysClr val="windowText" lastClr="000000"/>
              </a:buClr>
              <a:defRPr/>
            </a:pPr>
            <a:endParaRPr lang="en-US" dirty="0">
              <a:solidFill>
                <a:srgbClr val="142341"/>
              </a:solidFill>
              <a:latin typeface="HP Simplified"/>
            </a:endParaRPr>
          </a:p>
        </p:txBody>
      </p:sp>
      <p:graphicFrame>
        <p:nvGraphicFramePr>
          <p:cNvPr id="10" name="Diagram 9">
            <a:extLst>
              <a:ext uri="{FF2B5EF4-FFF2-40B4-BE49-F238E27FC236}">
                <a16:creationId xmlns:a16="http://schemas.microsoft.com/office/drawing/2014/main" id="{BF8DB3B9-2D3F-8BC1-A38B-4CBD842D9D3E}"/>
              </a:ext>
            </a:extLst>
          </p:cNvPr>
          <p:cNvGraphicFramePr/>
          <p:nvPr>
            <p:extLst>
              <p:ext uri="{D42A27DB-BD31-4B8C-83A1-F6EECF244321}">
                <p14:modId xmlns:p14="http://schemas.microsoft.com/office/powerpoint/2010/main" val="4162937939"/>
              </p:ext>
            </p:extLst>
          </p:nvPr>
        </p:nvGraphicFramePr>
        <p:xfrm>
          <a:off x="5340626" y="693551"/>
          <a:ext cx="5445826" cy="28324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203A882F-C90B-CAE2-EEB3-BAEDBB1DB515}"/>
              </a:ext>
            </a:extLst>
          </p:cNvPr>
          <p:cNvSpPr txBox="1"/>
          <p:nvPr/>
        </p:nvSpPr>
        <p:spPr>
          <a:xfrm>
            <a:off x="400233" y="1366284"/>
            <a:ext cx="3574001" cy="1663872"/>
          </a:xfrm>
          <a:prstGeom prst="rect">
            <a:avLst/>
          </a:prstGeom>
          <a:solidFill>
            <a:schemeClr val="bg1"/>
          </a:solidFill>
          <a:ln>
            <a:noFill/>
          </a:ln>
          <a:effectLst>
            <a:outerShdw blurRad="50800" dist="38100" dir="2700000" algn="tl" rotWithShape="0">
              <a:prstClr val="black">
                <a:alpha val="40000"/>
              </a:prstClr>
            </a:outerShdw>
          </a:effectLst>
        </p:spPr>
        <p:txBody>
          <a:bodyPr wrap="square" lIns="0" tIns="0" rIns="0" bIns="0" rtlCol="0" anchor="ctr">
            <a:noAutofit/>
          </a:bodyPr>
          <a:lstStyle/>
          <a:p>
            <a:pPr marL="285750" indent="-285750">
              <a:lnSpc>
                <a:spcPct val="90000"/>
              </a:lnSpc>
              <a:buFont typeface="Wingdings" panose="05000000000000000000" pitchFamily="2" charset="2"/>
              <a:buChar char="q"/>
            </a:pPr>
            <a:r>
              <a:rPr lang="es-ES" dirty="0">
                <a:latin typeface="HP Simplified" panose="020B0604020204020204" pitchFamily="34" charset="0"/>
              </a:rPr>
              <a:t>Support </a:t>
            </a:r>
            <a:r>
              <a:rPr lang="es-ES" dirty="0" err="1">
                <a:latin typeface="HP Simplified" panose="020B0604020204020204" pitchFamily="34" charset="0"/>
              </a:rPr>
              <a:t>for</a:t>
            </a:r>
            <a:r>
              <a:rPr lang="es-ES" dirty="0">
                <a:latin typeface="HP Simplified" panose="020B0604020204020204" pitchFamily="34" charset="0"/>
              </a:rPr>
              <a:t> 8D </a:t>
            </a:r>
            <a:r>
              <a:rPr lang="es-ES" dirty="0" err="1">
                <a:latin typeface="HP Simplified" panose="020B0604020204020204" pitchFamily="34" charset="0"/>
              </a:rPr>
              <a:t>root</a:t>
            </a:r>
            <a:r>
              <a:rPr lang="es-ES" dirty="0">
                <a:latin typeface="HP Simplified" panose="020B0604020204020204" pitchFamily="34" charset="0"/>
              </a:rPr>
              <a:t> cause </a:t>
            </a:r>
            <a:r>
              <a:rPr lang="es-ES" dirty="0" err="1">
                <a:latin typeface="HP Simplified" panose="020B0604020204020204" pitchFamily="34" charset="0"/>
              </a:rPr>
              <a:t>analisis</a:t>
            </a:r>
            <a:endParaRPr lang="es-ES" dirty="0">
              <a:latin typeface="HP Simplified" panose="020B0604020204020204" pitchFamily="34" charset="0"/>
            </a:endParaRPr>
          </a:p>
          <a:p>
            <a:pPr marL="742950" lvl="1" indent="-285750">
              <a:lnSpc>
                <a:spcPct val="90000"/>
              </a:lnSpc>
              <a:buFont typeface="Wingdings" panose="05000000000000000000" pitchFamily="2" charset="2"/>
              <a:buChar char="§"/>
            </a:pPr>
            <a:r>
              <a:rPr lang="es-ES" sz="1600" i="1" dirty="0" err="1">
                <a:latin typeface="HP Simplified" panose="020B0604020204020204" pitchFamily="34" charset="0"/>
              </a:rPr>
              <a:t>Composed</a:t>
            </a:r>
            <a:r>
              <a:rPr lang="es-ES" sz="1600" i="1" dirty="0">
                <a:latin typeface="HP Simplified" panose="020B0604020204020204" pitchFamily="34" charset="0"/>
              </a:rPr>
              <a:t> of 4-8 new </a:t>
            </a:r>
            <a:r>
              <a:rPr lang="es-ES" sz="1600" i="1" dirty="0" err="1">
                <a:latin typeface="HP Simplified" panose="020B0604020204020204" pitchFamily="34" charset="0"/>
              </a:rPr>
              <a:t>fields</a:t>
            </a:r>
            <a:endParaRPr lang="es-ES" sz="1600" i="1" dirty="0">
              <a:latin typeface="HP Simplified" panose="020B0604020204020204" pitchFamily="34" charset="0"/>
            </a:endParaRPr>
          </a:p>
          <a:p>
            <a:pPr>
              <a:lnSpc>
                <a:spcPct val="90000"/>
              </a:lnSpc>
            </a:pPr>
            <a:endParaRPr lang="es-ES" dirty="0">
              <a:latin typeface="HP Simplified" panose="020B0604020204020204" pitchFamily="34" charset="0"/>
            </a:endParaRPr>
          </a:p>
          <a:p>
            <a:pPr marL="285750" indent="-285750">
              <a:lnSpc>
                <a:spcPct val="90000"/>
              </a:lnSpc>
              <a:buFont typeface="Wingdings" panose="05000000000000000000" pitchFamily="2" charset="2"/>
              <a:buChar char="q"/>
            </a:pPr>
            <a:r>
              <a:rPr lang="en-GB" dirty="0">
                <a:latin typeface="HP Simplified" panose="020B0604020204020204" pitchFamily="34" charset="0"/>
              </a:rPr>
              <a:t>Case profile advancements</a:t>
            </a:r>
          </a:p>
          <a:p>
            <a:pPr marL="742950" lvl="1" indent="-285750">
              <a:lnSpc>
                <a:spcPct val="90000"/>
              </a:lnSpc>
              <a:buFont typeface="Wingdings" panose="05000000000000000000" pitchFamily="2" charset="2"/>
              <a:buChar char="§"/>
            </a:pPr>
            <a:r>
              <a:rPr lang="en-GB" sz="1600" i="1" dirty="0">
                <a:latin typeface="HP Simplified" panose="020B0604020204020204" pitchFamily="34" charset="0"/>
              </a:rPr>
              <a:t>Fields Complexity/Severity/Sentiment</a:t>
            </a:r>
          </a:p>
        </p:txBody>
      </p:sp>
      <p:pic>
        <p:nvPicPr>
          <p:cNvPr id="17" name="Picture 2" descr="Machine generated alternative text:&#10;DE/5076929753/errors 44.34.04 &amp; 99.07.20/ HP LaserJet Managed Flow MFP E52545c &#10;Submitted &#10;Elevation Status &#10;Jacek Przygodzki &#10;O%mer &#10;&lt;ATS EMEA PRINT &#10;Queue &#10;L2 Elevation Activity &#10;L2 Information Notes &#10;Create Notes &#10;Log Type &#10;Action Type &#10;Notes Template &#10;Notes &#10;Related &#10;Notes Log &#10;Notes History &#10;Visible Externally : No &#10;Bello SW team, &#10;case : 5076929753 &#10;device : HP LaserJet Managed Flow MFP E52545c &#10;Priority. Normal &#10;Partner/Customer: Mr.HeId - *491719156906 &#10;Callback: 8-16 &#10;- the elevation has been rejected by HW team, they said it is FW issue &#10;- at first, the problem occured by scanning from ADF &#10;- then there were problems with paper jams when printing from tray 2 (error 13.D3.FF), but that was not permanent- &#10;- then the firmware was upgraded to 5.3 version, ADF SCB changed &#10;- then by every start of the devlce appears the error code 99.07.20, additionally with 44.34.03 in the event log &#10;- format disc performed + reinstallation of the FW 5.3 &#10;- both errors (44.34.03 + 99,07.20) remain &#10;- error message &quot;fax modem not &#10;Should the partner replace the fax card, as the WISE document c02868125 says? &#10;Regards, &#10;Jacek &#10;Dec 09 2021 GMT+OIOO Jacek Przygodzki EndTS &#10;Dec 09 2021 GMT+OIOO Jacek Przygodzki EndTS_ ">
            <a:extLst>
              <a:ext uri="{FF2B5EF4-FFF2-40B4-BE49-F238E27FC236}">
                <a16:creationId xmlns:a16="http://schemas.microsoft.com/office/drawing/2014/main" id="{7B1CC7D2-70B9-1BE2-A9D3-1147582336C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9324" y="4779030"/>
            <a:ext cx="3292334" cy="135629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084F3353-1E7F-8C45-3DD1-05CC676AB185}"/>
              </a:ext>
            </a:extLst>
          </p:cNvPr>
          <p:cNvPicPr>
            <a:picLocks noChangeAspect="1"/>
          </p:cNvPicPr>
          <p:nvPr/>
        </p:nvPicPr>
        <p:blipFill>
          <a:blip r:embed="rId9"/>
          <a:stretch>
            <a:fillRect/>
          </a:stretch>
        </p:blipFill>
        <p:spPr>
          <a:xfrm>
            <a:off x="8554711" y="3876180"/>
            <a:ext cx="3338839" cy="2832476"/>
          </a:xfrm>
          <a:prstGeom prst="rect">
            <a:avLst/>
          </a:prstGeom>
        </p:spPr>
      </p:pic>
      <p:sp>
        <p:nvSpPr>
          <p:cNvPr id="22" name="TextBox 21">
            <a:extLst>
              <a:ext uri="{FF2B5EF4-FFF2-40B4-BE49-F238E27FC236}">
                <a16:creationId xmlns:a16="http://schemas.microsoft.com/office/drawing/2014/main" id="{282A8105-CB30-17A4-E898-87857EA81C35}"/>
              </a:ext>
            </a:extLst>
          </p:cNvPr>
          <p:cNvSpPr txBox="1"/>
          <p:nvPr/>
        </p:nvSpPr>
        <p:spPr>
          <a:xfrm>
            <a:off x="8637618" y="3526028"/>
            <a:ext cx="2881746" cy="313932"/>
          </a:xfrm>
          <a:prstGeom prst="rect">
            <a:avLst/>
          </a:prstGeom>
          <a:noFill/>
        </p:spPr>
        <p:txBody>
          <a:bodyPr wrap="square">
            <a:spAutoFit/>
          </a:bodyPr>
          <a:lstStyle/>
          <a:p>
            <a:pPr algn="ctr">
              <a:lnSpc>
                <a:spcPct val="90000"/>
              </a:lnSpc>
            </a:pPr>
            <a:r>
              <a:rPr lang="es-ES" sz="1600" dirty="0" err="1">
                <a:latin typeface="HP Simplified Light" panose="020B0404020204020204" pitchFamily="34" charset="0"/>
              </a:rPr>
              <a:t>Tabs</a:t>
            </a:r>
            <a:r>
              <a:rPr lang="es-ES" sz="1600" dirty="0">
                <a:latin typeface="HP Simplified Light" panose="020B0404020204020204" pitchFamily="34" charset="0"/>
              </a:rPr>
              <a:t> and </a:t>
            </a:r>
            <a:r>
              <a:rPr lang="es-ES" sz="1600" dirty="0" err="1">
                <a:latin typeface="HP Simplified Light" panose="020B0404020204020204" pitchFamily="34" charset="0"/>
              </a:rPr>
              <a:t>fields</a:t>
            </a:r>
            <a:r>
              <a:rPr lang="es-ES" sz="1600" dirty="0">
                <a:latin typeface="HP Simplified Light" panose="020B0404020204020204" pitchFamily="34" charset="0"/>
              </a:rPr>
              <a:t> </a:t>
            </a:r>
            <a:r>
              <a:rPr lang="es-ES" sz="1600" dirty="0" err="1">
                <a:latin typeface="HP Simplified Light" panose="020B0404020204020204" pitchFamily="34" charset="0"/>
              </a:rPr>
              <a:t>re-design</a:t>
            </a:r>
            <a:endParaRPr lang="en-GB" sz="1600" dirty="0">
              <a:latin typeface="HP Simplified Light" panose="020B0404020204020204" pitchFamily="34" charset="0"/>
            </a:endParaRPr>
          </a:p>
        </p:txBody>
      </p:sp>
      <p:pic>
        <p:nvPicPr>
          <p:cNvPr id="28" name="Picture 27">
            <a:extLst>
              <a:ext uri="{FF2B5EF4-FFF2-40B4-BE49-F238E27FC236}">
                <a16:creationId xmlns:a16="http://schemas.microsoft.com/office/drawing/2014/main" id="{09FE70F3-D936-FD9F-26A8-145B9237A5A2}"/>
              </a:ext>
            </a:extLst>
          </p:cNvPr>
          <p:cNvPicPr>
            <a:picLocks noChangeAspect="1"/>
          </p:cNvPicPr>
          <p:nvPr/>
        </p:nvPicPr>
        <p:blipFill>
          <a:blip r:embed="rId10"/>
          <a:stretch>
            <a:fillRect/>
          </a:stretch>
        </p:blipFill>
        <p:spPr>
          <a:xfrm>
            <a:off x="4278234" y="4395293"/>
            <a:ext cx="1303504" cy="2103710"/>
          </a:xfrm>
          <a:prstGeom prst="rect">
            <a:avLst/>
          </a:prstGeom>
          <a:ln>
            <a:noFill/>
          </a:ln>
          <a:effectLst/>
        </p:spPr>
      </p:pic>
      <p:pic>
        <p:nvPicPr>
          <p:cNvPr id="29" name="Picture 28">
            <a:extLst>
              <a:ext uri="{FF2B5EF4-FFF2-40B4-BE49-F238E27FC236}">
                <a16:creationId xmlns:a16="http://schemas.microsoft.com/office/drawing/2014/main" id="{D2BC9434-449A-7F3E-75C6-41547B08C5A5}"/>
              </a:ext>
            </a:extLst>
          </p:cNvPr>
          <p:cNvPicPr>
            <a:picLocks noChangeAspect="1"/>
          </p:cNvPicPr>
          <p:nvPr/>
        </p:nvPicPr>
        <p:blipFill>
          <a:blip r:embed="rId11"/>
          <a:stretch>
            <a:fillRect/>
          </a:stretch>
        </p:blipFill>
        <p:spPr>
          <a:xfrm>
            <a:off x="5506203" y="5938088"/>
            <a:ext cx="2535658" cy="726781"/>
          </a:xfrm>
          <a:prstGeom prst="rect">
            <a:avLst/>
          </a:prstGeom>
          <a:ln>
            <a:noFill/>
          </a:ln>
          <a:effectLst/>
        </p:spPr>
      </p:pic>
      <p:sp>
        <p:nvSpPr>
          <p:cNvPr id="31" name="TextBox 30">
            <a:extLst>
              <a:ext uri="{FF2B5EF4-FFF2-40B4-BE49-F238E27FC236}">
                <a16:creationId xmlns:a16="http://schemas.microsoft.com/office/drawing/2014/main" id="{74A04085-E659-AE11-20D3-132B4B64BF2E}"/>
              </a:ext>
            </a:extLst>
          </p:cNvPr>
          <p:cNvSpPr txBox="1"/>
          <p:nvPr/>
        </p:nvSpPr>
        <p:spPr>
          <a:xfrm>
            <a:off x="363052" y="3526028"/>
            <a:ext cx="3648364" cy="757130"/>
          </a:xfrm>
          <a:prstGeom prst="rect">
            <a:avLst/>
          </a:prstGeom>
          <a:noFill/>
        </p:spPr>
        <p:txBody>
          <a:bodyPr wrap="square">
            <a:spAutoFit/>
          </a:bodyPr>
          <a:lstStyle/>
          <a:p>
            <a:pPr algn="ctr">
              <a:lnSpc>
                <a:spcPct val="90000"/>
              </a:lnSpc>
            </a:pPr>
            <a:r>
              <a:rPr lang="es-ES" sz="1600" dirty="0" err="1">
                <a:latin typeface="HP Simplified Light" panose="020B0404020204020204" pitchFamily="34" charset="0"/>
              </a:rPr>
              <a:t>Activate</a:t>
            </a:r>
            <a:r>
              <a:rPr lang="es-ES" sz="1600" dirty="0">
                <a:latin typeface="HP Simplified Light" panose="020B0404020204020204" pitchFamily="34" charset="0"/>
              </a:rPr>
              <a:t> 8D </a:t>
            </a:r>
            <a:r>
              <a:rPr lang="es-ES" sz="1600" dirty="0" err="1">
                <a:latin typeface="HP Simplified Light" panose="020B0404020204020204" pitchFamily="34" charset="0"/>
              </a:rPr>
              <a:t>fields</a:t>
            </a:r>
            <a:r>
              <a:rPr lang="es-ES" sz="1600" dirty="0">
                <a:latin typeface="HP Simplified Light" panose="020B0404020204020204" pitchFamily="34" charset="0"/>
              </a:rPr>
              <a:t> </a:t>
            </a:r>
            <a:r>
              <a:rPr lang="es-ES" sz="1600" dirty="0" err="1">
                <a:latin typeface="HP Simplified Light" panose="020B0404020204020204" pitchFamily="34" charset="0"/>
              </a:rPr>
              <a:t>through</a:t>
            </a:r>
            <a:r>
              <a:rPr lang="es-ES" sz="1600" dirty="0">
                <a:latin typeface="HP Simplified Light" panose="020B0404020204020204" pitchFamily="34" charset="0"/>
              </a:rPr>
              <a:t> a </a:t>
            </a:r>
            <a:r>
              <a:rPr lang="es-ES" sz="1600" dirty="0" err="1">
                <a:latin typeface="HP Simplified Light" panose="020B0404020204020204" pitchFamily="34" charset="0"/>
              </a:rPr>
              <a:t>text</a:t>
            </a:r>
            <a:r>
              <a:rPr lang="es-ES" sz="1600" dirty="0">
                <a:latin typeface="HP Simplified Light" panose="020B0404020204020204" pitchFamily="34" charset="0"/>
              </a:rPr>
              <a:t> </a:t>
            </a:r>
            <a:r>
              <a:rPr lang="es-ES" sz="1600" dirty="0" err="1">
                <a:latin typeface="HP Simplified Light" panose="020B0404020204020204" pitchFamily="34" charset="0"/>
              </a:rPr>
              <a:t>template</a:t>
            </a:r>
            <a:r>
              <a:rPr lang="es-ES" sz="1600" dirty="0">
                <a:latin typeface="HP Simplified Light" panose="020B0404020204020204" pitchFamily="34" charset="0"/>
              </a:rPr>
              <a:t> </a:t>
            </a:r>
            <a:r>
              <a:rPr lang="es-ES" sz="1600" dirty="0" err="1">
                <a:latin typeface="HP Simplified Light" panose="020B0404020204020204" pitchFamily="34" charset="0"/>
              </a:rPr>
              <a:t>among</a:t>
            </a:r>
            <a:r>
              <a:rPr lang="es-ES" sz="1600" dirty="0">
                <a:latin typeface="HP Simplified Light" panose="020B0404020204020204" pitchFamily="34" charset="0"/>
              </a:rPr>
              <a:t> </a:t>
            </a:r>
            <a:r>
              <a:rPr lang="es-ES" sz="1600" dirty="0" err="1">
                <a:latin typeface="HP Simplified Light" panose="020B0404020204020204" pitchFamily="34" charset="0"/>
              </a:rPr>
              <a:t>the</a:t>
            </a:r>
            <a:r>
              <a:rPr lang="es-ES" sz="1600" dirty="0">
                <a:latin typeface="HP Simplified Light" panose="020B0404020204020204" pitchFamily="34" charset="0"/>
              </a:rPr>
              <a:t> </a:t>
            </a:r>
            <a:r>
              <a:rPr lang="es-ES" sz="1600" dirty="0" err="1">
                <a:latin typeface="HP Simplified Light" panose="020B0404020204020204" pitchFamily="34" charset="0"/>
              </a:rPr>
              <a:t>other</a:t>
            </a:r>
            <a:r>
              <a:rPr lang="es-ES" sz="1600" dirty="0">
                <a:latin typeface="HP Simplified Light" panose="020B0404020204020204" pitchFamily="34" charset="0"/>
              </a:rPr>
              <a:t> </a:t>
            </a:r>
            <a:r>
              <a:rPr lang="es-ES" sz="1600" dirty="0" err="1">
                <a:latin typeface="HP Simplified Light" panose="020B0404020204020204" pitchFamily="34" charset="0"/>
              </a:rPr>
              <a:t>elevation</a:t>
            </a:r>
            <a:r>
              <a:rPr lang="es-ES" sz="1600" dirty="0">
                <a:latin typeface="HP Simplified Light" panose="020B0404020204020204" pitchFamily="34" charset="0"/>
              </a:rPr>
              <a:t> </a:t>
            </a:r>
            <a:r>
              <a:rPr lang="es-ES" sz="1600" dirty="0" err="1">
                <a:latin typeface="HP Simplified Light" panose="020B0404020204020204" pitchFamily="34" charset="0"/>
              </a:rPr>
              <a:t>activity</a:t>
            </a:r>
            <a:r>
              <a:rPr lang="es-ES" sz="1600" dirty="0">
                <a:latin typeface="HP Simplified Light" panose="020B0404020204020204" pitchFamily="34" charset="0"/>
              </a:rPr>
              <a:t> </a:t>
            </a:r>
            <a:r>
              <a:rPr lang="es-ES" sz="1600" dirty="0" err="1">
                <a:latin typeface="HP Simplified Light" panose="020B0404020204020204" pitchFamily="34" charset="0"/>
              </a:rPr>
              <a:t>templates</a:t>
            </a:r>
            <a:endParaRPr lang="en-GB" sz="1600" dirty="0">
              <a:latin typeface="HP Simplified Light" panose="020B0404020204020204" pitchFamily="34" charset="0"/>
            </a:endParaRPr>
          </a:p>
        </p:txBody>
      </p:sp>
      <p:sp>
        <p:nvSpPr>
          <p:cNvPr id="33" name="TextBox 32">
            <a:extLst>
              <a:ext uri="{FF2B5EF4-FFF2-40B4-BE49-F238E27FC236}">
                <a16:creationId xmlns:a16="http://schemas.microsoft.com/office/drawing/2014/main" id="{12BFA4B3-14F0-7F38-550A-A25CEA7B5EFA}"/>
              </a:ext>
            </a:extLst>
          </p:cNvPr>
          <p:cNvSpPr txBox="1"/>
          <p:nvPr/>
        </p:nvSpPr>
        <p:spPr>
          <a:xfrm>
            <a:off x="4267841" y="3526028"/>
            <a:ext cx="3574001" cy="535531"/>
          </a:xfrm>
          <a:prstGeom prst="rect">
            <a:avLst/>
          </a:prstGeom>
          <a:noFill/>
        </p:spPr>
        <p:txBody>
          <a:bodyPr wrap="square">
            <a:spAutoFit/>
          </a:bodyPr>
          <a:lstStyle/>
          <a:p>
            <a:pPr algn="ctr">
              <a:lnSpc>
                <a:spcPct val="90000"/>
              </a:lnSpc>
            </a:pPr>
            <a:r>
              <a:rPr lang="es-ES" sz="1600" dirty="0">
                <a:latin typeface="HP Simplified Light" panose="020B0404020204020204" pitchFamily="34" charset="0"/>
              </a:rPr>
              <a:t>New </a:t>
            </a:r>
            <a:r>
              <a:rPr lang="es-ES" sz="1600" dirty="0" err="1">
                <a:latin typeface="HP Simplified Light" panose="020B0404020204020204" pitchFamily="34" charset="0"/>
              </a:rPr>
              <a:t>fields</a:t>
            </a:r>
            <a:r>
              <a:rPr lang="es-ES" sz="1600" dirty="0">
                <a:latin typeface="HP Simplified Light" panose="020B0404020204020204" pitchFamily="34" charset="0"/>
              </a:rPr>
              <a:t> </a:t>
            </a:r>
            <a:r>
              <a:rPr lang="es-ES" sz="1600" dirty="0" err="1">
                <a:latin typeface="HP Simplified Light" panose="020B0404020204020204" pitchFamily="34" charset="0"/>
              </a:rPr>
              <a:t>to</a:t>
            </a:r>
            <a:r>
              <a:rPr lang="es-ES" sz="1600" dirty="0">
                <a:latin typeface="HP Simplified Light" panose="020B0404020204020204" pitchFamily="34" charset="0"/>
              </a:rPr>
              <a:t> be moved </a:t>
            </a:r>
            <a:r>
              <a:rPr lang="es-ES" sz="1600" dirty="0" err="1">
                <a:latin typeface="HP Simplified Light" panose="020B0404020204020204" pitchFamily="34" charset="0"/>
              </a:rPr>
              <a:t>from</a:t>
            </a:r>
            <a:r>
              <a:rPr lang="es-ES" sz="1600" dirty="0">
                <a:latin typeface="HP Simplified Light" panose="020B0404020204020204" pitchFamily="34" charset="0"/>
              </a:rPr>
              <a:t> </a:t>
            </a:r>
            <a:r>
              <a:rPr lang="es-ES" sz="1600" dirty="0" err="1">
                <a:latin typeface="HP Simplified Light" panose="020B0404020204020204" pitchFamily="34" charset="0"/>
              </a:rPr>
              <a:t>the</a:t>
            </a:r>
            <a:r>
              <a:rPr lang="es-ES" sz="1600" dirty="0">
                <a:latin typeface="HP Simplified Light" panose="020B0404020204020204" pitchFamily="34" charset="0"/>
              </a:rPr>
              <a:t> </a:t>
            </a:r>
            <a:r>
              <a:rPr lang="es-ES" sz="1600" dirty="0" err="1">
                <a:latin typeface="HP Simplified Light" panose="020B0404020204020204" pitchFamily="34" charset="0"/>
              </a:rPr>
              <a:t>template</a:t>
            </a:r>
            <a:r>
              <a:rPr lang="es-ES" sz="1600" dirty="0">
                <a:latin typeface="HP Simplified Light" panose="020B0404020204020204" pitchFamily="34" charset="0"/>
              </a:rPr>
              <a:t> </a:t>
            </a:r>
            <a:r>
              <a:rPr lang="es-ES" sz="1600" dirty="0" err="1">
                <a:latin typeface="HP Simplified Light" panose="020B0404020204020204" pitchFamily="34" charset="0"/>
              </a:rPr>
              <a:t>to</a:t>
            </a:r>
            <a:r>
              <a:rPr lang="es-ES" sz="1600" dirty="0">
                <a:latin typeface="HP Simplified Light" panose="020B0404020204020204" pitchFamily="34" charset="0"/>
              </a:rPr>
              <a:t> </a:t>
            </a:r>
            <a:r>
              <a:rPr lang="es-ES" sz="1600" dirty="0" err="1">
                <a:latin typeface="HP Simplified Light" panose="020B0404020204020204" pitchFamily="34" charset="0"/>
              </a:rPr>
              <a:t>the</a:t>
            </a:r>
            <a:r>
              <a:rPr lang="es-ES" sz="1600" dirty="0">
                <a:latin typeface="HP Simplified Light" panose="020B0404020204020204" pitchFamily="34" charset="0"/>
              </a:rPr>
              <a:t> </a:t>
            </a:r>
            <a:r>
              <a:rPr lang="es-ES" sz="1600" dirty="0" err="1">
                <a:latin typeface="HP Simplified Light" panose="020B0404020204020204" pitchFamily="34" charset="0"/>
              </a:rPr>
              <a:t>form</a:t>
            </a:r>
            <a:endParaRPr lang="en-GB" sz="1600" dirty="0">
              <a:latin typeface="HP Simplified Light" panose="020B0404020204020204" pitchFamily="34" charset="0"/>
            </a:endParaRPr>
          </a:p>
        </p:txBody>
      </p:sp>
      <p:cxnSp>
        <p:nvCxnSpPr>
          <p:cNvPr id="37" name="Straight Arrow Connector 36">
            <a:extLst>
              <a:ext uri="{FF2B5EF4-FFF2-40B4-BE49-F238E27FC236}">
                <a16:creationId xmlns:a16="http://schemas.microsoft.com/office/drawing/2014/main" id="{0FAE102D-9B35-CF42-F184-8F8E48F5DD5B}"/>
              </a:ext>
            </a:extLst>
          </p:cNvPr>
          <p:cNvCxnSpPr>
            <a:cxnSpLocks/>
          </p:cNvCxnSpPr>
          <p:nvPr/>
        </p:nvCxnSpPr>
        <p:spPr bwMode="black">
          <a:xfrm>
            <a:off x="9802240" y="2900218"/>
            <a:ext cx="0" cy="52878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0" name="Connector: Elbow 39">
            <a:extLst>
              <a:ext uri="{FF2B5EF4-FFF2-40B4-BE49-F238E27FC236}">
                <a16:creationId xmlns:a16="http://schemas.microsoft.com/office/drawing/2014/main" id="{9ED640F7-23C4-0939-C7ED-B7678DE89CD0}"/>
              </a:ext>
            </a:extLst>
          </p:cNvPr>
          <p:cNvCxnSpPr>
            <a:cxnSpLocks/>
            <a:endCxn id="33" idx="0"/>
          </p:cNvCxnSpPr>
          <p:nvPr/>
        </p:nvCxnSpPr>
        <p:spPr bwMode="black">
          <a:xfrm rot="10800000" flipV="1">
            <a:off x="6054842" y="3030156"/>
            <a:ext cx="2228010" cy="495872"/>
          </a:xfrm>
          <a:prstGeom prst="bentConnector2">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2" name="Connector: Elbow 41">
            <a:extLst>
              <a:ext uri="{FF2B5EF4-FFF2-40B4-BE49-F238E27FC236}">
                <a16:creationId xmlns:a16="http://schemas.microsoft.com/office/drawing/2014/main" id="{A0B6E5D1-B669-A148-ABCF-771AA3D88A63}"/>
              </a:ext>
            </a:extLst>
          </p:cNvPr>
          <p:cNvCxnSpPr>
            <a:cxnSpLocks/>
            <a:endCxn id="31" idx="0"/>
          </p:cNvCxnSpPr>
          <p:nvPr/>
        </p:nvCxnSpPr>
        <p:spPr bwMode="black">
          <a:xfrm rot="10800000" flipV="1">
            <a:off x="2187234" y="3209092"/>
            <a:ext cx="4271436" cy="316936"/>
          </a:xfrm>
          <a:prstGeom prst="bentConnector2">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7" name="Straight Connector 46">
            <a:extLst>
              <a:ext uri="{FF2B5EF4-FFF2-40B4-BE49-F238E27FC236}">
                <a16:creationId xmlns:a16="http://schemas.microsoft.com/office/drawing/2014/main" id="{9777D768-284C-4B4F-4D78-980E1418B493}"/>
              </a:ext>
            </a:extLst>
          </p:cNvPr>
          <p:cNvCxnSpPr/>
          <p:nvPr/>
        </p:nvCxnSpPr>
        <p:spPr bwMode="black">
          <a:xfrm flipV="1">
            <a:off x="6458670" y="2900218"/>
            <a:ext cx="0" cy="308874"/>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49" name="Straight Connector 48">
            <a:extLst>
              <a:ext uri="{FF2B5EF4-FFF2-40B4-BE49-F238E27FC236}">
                <a16:creationId xmlns:a16="http://schemas.microsoft.com/office/drawing/2014/main" id="{666D54B4-5743-14B1-D8C5-06514A173CBE}"/>
              </a:ext>
            </a:extLst>
          </p:cNvPr>
          <p:cNvCxnSpPr/>
          <p:nvPr/>
        </p:nvCxnSpPr>
        <p:spPr bwMode="black">
          <a:xfrm flipV="1">
            <a:off x="8282852" y="2900218"/>
            <a:ext cx="0" cy="129938"/>
          </a:xfrm>
          <a:prstGeom prst="line">
            <a:avLst/>
          </a:prstGeom>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959366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Graphical user interface, application&#10;&#10;Description automatically generated">
            <a:extLst>
              <a:ext uri="{FF2B5EF4-FFF2-40B4-BE49-F238E27FC236}">
                <a16:creationId xmlns:a16="http://schemas.microsoft.com/office/drawing/2014/main" id="{97A12162-00CF-48A6-BBCF-CFF07F09B994}"/>
              </a:ext>
            </a:extLst>
          </p:cNvPr>
          <p:cNvPicPr>
            <a:picLocks noChangeAspect="1"/>
          </p:cNvPicPr>
          <p:nvPr/>
        </p:nvPicPr>
        <p:blipFill>
          <a:blip r:embed="rId3"/>
          <a:stretch>
            <a:fillRect/>
          </a:stretch>
        </p:blipFill>
        <p:spPr>
          <a:xfrm>
            <a:off x="2330279" y="1926941"/>
            <a:ext cx="7605863" cy="3570853"/>
          </a:xfrm>
          <a:prstGeom prst="rect">
            <a:avLst/>
          </a:prstGeom>
          <a:ln>
            <a:solidFill>
              <a:srgbClr val="7F7F7F"/>
            </a:solidFill>
          </a:ln>
        </p:spPr>
      </p:pic>
      <p:sp>
        <p:nvSpPr>
          <p:cNvPr id="70" name="Rectangle 69">
            <a:extLst>
              <a:ext uri="{FF2B5EF4-FFF2-40B4-BE49-F238E27FC236}">
                <a16:creationId xmlns:a16="http://schemas.microsoft.com/office/drawing/2014/main" id="{584EA6A1-3864-4C2E-82E0-6933D2174439}"/>
              </a:ext>
            </a:extLst>
          </p:cNvPr>
          <p:cNvSpPr/>
          <p:nvPr/>
        </p:nvSpPr>
        <p:spPr>
          <a:xfrm>
            <a:off x="214734" y="1919566"/>
            <a:ext cx="2073523" cy="3596331"/>
          </a:xfrm>
          <a:prstGeom prst="rect">
            <a:avLst/>
          </a:prstGeom>
          <a:solidFill>
            <a:schemeClr val="accent4">
              <a:lumMod val="20000"/>
              <a:lumOff val="80000"/>
            </a:schemeClr>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2679" lvl="2" defTabSz="913578">
              <a:lnSpc>
                <a:spcPct val="90000"/>
              </a:lnSpc>
              <a:buClr>
                <a:prstClr val="black"/>
              </a:buClr>
              <a:defRPr/>
            </a:pPr>
            <a:endParaRPr lang="en-GB" sz="1400" b="1" dirty="0">
              <a:solidFill>
                <a:schemeClr val="accent1"/>
              </a:solidFill>
            </a:endParaRPr>
          </a:p>
        </p:txBody>
      </p:sp>
      <p:sp>
        <p:nvSpPr>
          <p:cNvPr id="4" name="Slide Number Placeholder 3">
            <a:extLst>
              <a:ext uri="{FF2B5EF4-FFF2-40B4-BE49-F238E27FC236}">
                <a16:creationId xmlns:a16="http://schemas.microsoft.com/office/drawing/2014/main" id="{CA447993-8229-40E6-BD52-F19FCB2DF417}"/>
              </a:ext>
            </a:extLst>
          </p:cNvPr>
          <p:cNvSpPr>
            <a:spLocks noGrp="1"/>
          </p:cNvSpPr>
          <p:nvPr>
            <p:ph type="sldNum" sz="quarter" idx="12"/>
          </p:nvPr>
        </p:nvSpPr>
        <p:spPr/>
        <p:txBody>
          <a:bodyPr/>
          <a:lstStyle/>
          <a:p>
            <a:fld id="{00DE720E-C72B-42F0-AD69-52D60E3C605E}" type="slidenum">
              <a:rPr lang="en-US" smtClean="0">
                <a:solidFill>
                  <a:srgbClr val="E5E8E8">
                    <a:lumMod val="75000"/>
                  </a:srgbClr>
                </a:solidFill>
              </a:rPr>
              <a:pPr/>
              <a:t>9</a:t>
            </a:fld>
            <a:endParaRPr lang="en-US">
              <a:solidFill>
                <a:srgbClr val="E5E8E8">
                  <a:lumMod val="75000"/>
                </a:srgbClr>
              </a:solidFill>
            </a:endParaRPr>
          </a:p>
        </p:txBody>
      </p:sp>
      <p:sp>
        <p:nvSpPr>
          <p:cNvPr id="12" name="TextBox 11">
            <a:extLst>
              <a:ext uri="{FF2B5EF4-FFF2-40B4-BE49-F238E27FC236}">
                <a16:creationId xmlns:a16="http://schemas.microsoft.com/office/drawing/2014/main" id="{26081D30-101D-4AA5-941C-0537F0AED372}"/>
              </a:ext>
            </a:extLst>
          </p:cNvPr>
          <p:cNvSpPr txBox="1"/>
          <p:nvPr/>
        </p:nvSpPr>
        <p:spPr>
          <a:xfrm>
            <a:off x="430539" y="4677768"/>
            <a:ext cx="1768442" cy="738472"/>
          </a:xfrm>
          <a:prstGeom prst="rect">
            <a:avLst/>
          </a:prstGeom>
          <a:noFill/>
        </p:spPr>
        <p:txBody>
          <a:bodyPr wrap="square" rtlCol="0">
            <a:spAutoFit/>
          </a:bodyPr>
          <a:lstStyle/>
          <a:p>
            <a:pPr algn="r" defTabSz="913852">
              <a:defRPr/>
            </a:pPr>
            <a:r>
              <a:rPr lang="en-US" sz="1200" b="1" dirty="0">
                <a:solidFill>
                  <a:srgbClr val="0096D6"/>
                </a:solidFill>
                <a:latin typeface="HP Simplified Light"/>
              </a:rPr>
              <a:t>Auto Information capture</a:t>
            </a:r>
          </a:p>
          <a:p>
            <a:pPr algn="r" defTabSz="913852">
              <a:defRPr/>
            </a:pPr>
            <a:r>
              <a:rPr lang="en-US" sz="1000" dirty="0">
                <a:solidFill>
                  <a:srgbClr val="000000"/>
                </a:solidFill>
                <a:latin typeface="HP Simplified Light"/>
              </a:rPr>
              <a:t>Capture information from virtual assistant and through live embedded forms</a:t>
            </a:r>
            <a:endParaRPr lang="en-US" sz="1000" b="1" dirty="0">
              <a:solidFill>
                <a:srgbClr val="000000"/>
              </a:solidFill>
              <a:latin typeface="HP Simplified Light"/>
            </a:endParaRPr>
          </a:p>
        </p:txBody>
      </p:sp>
      <p:sp>
        <p:nvSpPr>
          <p:cNvPr id="13" name="TextBox 12">
            <a:extLst>
              <a:ext uri="{FF2B5EF4-FFF2-40B4-BE49-F238E27FC236}">
                <a16:creationId xmlns:a16="http://schemas.microsoft.com/office/drawing/2014/main" id="{EB3942BA-B30B-4140-A9BB-D09F80A09439}"/>
              </a:ext>
            </a:extLst>
          </p:cNvPr>
          <p:cNvSpPr txBox="1"/>
          <p:nvPr/>
        </p:nvSpPr>
        <p:spPr>
          <a:xfrm>
            <a:off x="430539" y="4051053"/>
            <a:ext cx="1768442" cy="584623"/>
          </a:xfrm>
          <a:prstGeom prst="rect">
            <a:avLst/>
          </a:prstGeom>
          <a:noFill/>
        </p:spPr>
        <p:txBody>
          <a:bodyPr wrap="square" rtlCol="0">
            <a:spAutoFit/>
          </a:bodyPr>
          <a:lstStyle/>
          <a:p>
            <a:pPr algn="r" defTabSz="913852">
              <a:defRPr/>
            </a:pPr>
            <a:r>
              <a:rPr lang="en-US" sz="1200" b="1" dirty="0">
                <a:solidFill>
                  <a:srgbClr val="0096D6"/>
                </a:solidFill>
                <a:latin typeface="HP Simplified Light"/>
              </a:rPr>
              <a:t>UI Simplification</a:t>
            </a:r>
          </a:p>
          <a:p>
            <a:pPr algn="r" defTabSz="913852">
              <a:defRPr/>
            </a:pPr>
            <a:r>
              <a:rPr lang="en-US" sz="1000" dirty="0">
                <a:solidFill>
                  <a:srgbClr val="000000"/>
                </a:solidFill>
                <a:latin typeface="HP Simplified Light"/>
              </a:rPr>
              <a:t>Reduce information overload and align UI to agent workflow</a:t>
            </a:r>
            <a:endParaRPr lang="en-US" sz="1000" b="1" dirty="0">
              <a:solidFill>
                <a:srgbClr val="000000"/>
              </a:solidFill>
              <a:latin typeface="HP Simplified Light"/>
            </a:endParaRPr>
          </a:p>
        </p:txBody>
      </p:sp>
      <p:sp>
        <p:nvSpPr>
          <p:cNvPr id="20" name="Title 1">
            <a:extLst>
              <a:ext uri="{FF2B5EF4-FFF2-40B4-BE49-F238E27FC236}">
                <a16:creationId xmlns:a16="http://schemas.microsoft.com/office/drawing/2014/main" id="{60075DB1-C4AC-4704-881D-1D074EB1C38E}"/>
              </a:ext>
            </a:extLst>
          </p:cNvPr>
          <p:cNvSpPr>
            <a:spLocks noGrp="1"/>
          </p:cNvSpPr>
          <p:nvPr>
            <p:ph type="title"/>
          </p:nvPr>
        </p:nvSpPr>
        <p:spPr>
          <a:xfrm>
            <a:off x="349145" y="-54015"/>
            <a:ext cx="10294458" cy="761802"/>
          </a:xfrm>
        </p:spPr>
        <p:txBody>
          <a:bodyPr vert="horz" anchor="b"/>
          <a:lstStyle/>
          <a:p>
            <a:r>
              <a:rPr lang="en-US" sz="3198" dirty="0"/>
              <a:t>FLEXIBLE AGENT </a:t>
            </a:r>
            <a:r>
              <a:rPr lang="en-US" sz="3198" dirty="0">
                <a:solidFill>
                  <a:schemeClr val="accent1"/>
                </a:solidFill>
              </a:rPr>
              <a:t>Workspace</a:t>
            </a:r>
          </a:p>
        </p:txBody>
      </p:sp>
      <p:sp>
        <p:nvSpPr>
          <p:cNvPr id="21" name="Text Placeholder 33">
            <a:extLst>
              <a:ext uri="{FF2B5EF4-FFF2-40B4-BE49-F238E27FC236}">
                <a16:creationId xmlns:a16="http://schemas.microsoft.com/office/drawing/2014/main" id="{111DB219-B242-4F35-9B20-E8FCAAC9D115}"/>
              </a:ext>
            </a:extLst>
          </p:cNvPr>
          <p:cNvSpPr>
            <a:spLocks noGrp="1"/>
          </p:cNvSpPr>
          <p:nvPr>
            <p:ph type="body" sz="quarter" idx="13"/>
          </p:nvPr>
        </p:nvSpPr>
        <p:spPr>
          <a:xfrm>
            <a:off x="349147" y="706644"/>
            <a:ext cx="10967086" cy="260506"/>
          </a:xfrm>
        </p:spPr>
        <p:txBody>
          <a:bodyPr/>
          <a:lstStyle/>
          <a:p>
            <a:r>
              <a:rPr lang="en-US" sz="1998" dirty="0"/>
              <a:t>Delivering powerful integrated features for agents …</a:t>
            </a:r>
          </a:p>
        </p:txBody>
      </p:sp>
      <p:sp>
        <p:nvSpPr>
          <p:cNvPr id="23" name="TextBox 22">
            <a:extLst>
              <a:ext uri="{FF2B5EF4-FFF2-40B4-BE49-F238E27FC236}">
                <a16:creationId xmlns:a16="http://schemas.microsoft.com/office/drawing/2014/main" id="{6D3A1E14-BFC5-4729-935D-CD39CB2A66E3}"/>
              </a:ext>
            </a:extLst>
          </p:cNvPr>
          <p:cNvSpPr txBox="1"/>
          <p:nvPr/>
        </p:nvSpPr>
        <p:spPr>
          <a:xfrm>
            <a:off x="10013826" y="806527"/>
            <a:ext cx="2047074" cy="584775"/>
          </a:xfrm>
          <a:prstGeom prst="rect">
            <a:avLst/>
          </a:prstGeom>
          <a:noFill/>
        </p:spPr>
        <p:txBody>
          <a:bodyPr wrap="square" rtlCol="0">
            <a:spAutoFit/>
          </a:bodyPr>
          <a:lstStyle/>
          <a:p>
            <a:pPr defTabSz="913852">
              <a:defRPr/>
            </a:pPr>
            <a:r>
              <a:rPr lang="en-US" sz="1200" b="1" dirty="0">
                <a:solidFill>
                  <a:srgbClr val="0096D6"/>
                </a:solidFill>
                <a:latin typeface="HP Simplified Light"/>
              </a:rPr>
              <a:t>Instant Customer Overview</a:t>
            </a:r>
          </a:p>
          <a:p>
            <a:pPr defTabSz="913852">
              <a:defRPr/>
            </a:pPr>
            <a:r>
              <a:rPr lang="en-US" sz="1000" dirty="0">
                <a:solidFill>
                  <a:srgbClr val="000000"/>
                </a:solidFill>
                <a:latin typeface="HP Simplified Light"/>
              </a:rPr>
              <a:t>Account value / customer value, interaction history and sentiment</a:t>
            </a:r>
          </a:p>
        </p:txBody>
      </p:sp>
      <p:sp>
        <p:nvSpPr>
          <p:cNvPr id="29" name="TextBox 28">
            <a:extLst>
              <a:ext uri="{FF2B5EF4-FFF2-40B4-BE49-F238E27FC236}">
                <a16:creationId xmlns:a16="http://schemas.microsoft.com/office/drawing/2014/main" id="{FE39F8BC-CB95-4C8D-9933-D317B1BFEFCA}"/>
              </a:ext>
            </a:extLst>
          </p:cNvPr>
          <p:cNvSpPr txBox="1"/>
          <p:nvPr/>
        </p:nvSpPr>
        <p:spPr>
          <a:xfrm>
            <a:off x="10069294" y="5272351"/>
            <a:ext cx="2116329" cy="738472"/>
          </a:xfrm>
          <a:prstGeom prst="rect">
            <a:avLst/>
          </a:prstGeom>
          <a:noFill/>
        </p:spPr>
        <p:txBody>
          <a:bodyPr wrap="square" rtlCol="0">
            <a:spAutoFit/>
          </a:bodyPr>
          <a:lstStyle/>
          <a:p>
            <a:pPr defTabSz="913852">
              <a:defRPr/>
            </a:pPr>
            <a:r>
              <a:rPr lang="en-US" sz="1200" b="1" dirty="0">
                <a:solidFill>
                  <a:srgbClr val="0096D6"/>
                </a:solidFill>
                <a:latin typeface="HP Simplified Light"/>
              </a:rPr>
              <a:t>Direct Device Telemetry Access </a:t>
            </a:r>
          </a:p>
          <a:p>
            <a:pPr defTabSz="913852">
              <a:defRPr/>
            </a:pPr>
            <a:r>
              <a:rPr lang="en-US" sz="1000" dirty="0">
                <a:solidFill>
                  <a:srgbClr val="000000"/>
                </a:solidFill>
                <a:latin typeface="HP Simplified Light"/>
              </a:rPr>
              <a:t>Overview of customer asset with details on component level alerts to aid quick diagnosis of issues</a:t>
            </a:r>
            <a:endParaRPr lang="en-US" sz="1000" b="1" dirty="0">
              <a:solidFill>
                <a:srgbClr val="000000"/>
              </a:solidFill>
              <a:latin typeface="HP Simplified Light"/>
            </a:endParaRPr>
          </a:p>
        </p:txBody>
      </p:sp>
      <p:sp>
        <p:nvSpPr>
          <p:cNvPr id="36" name="TextBox 35">
            <a:extLst>
              <a:ext uri="{FF2B5EF4-FFF2-40B4-BE49-F238E27FC236}">
                <a16:creationId xmlns:a16="http://schemas.microsoft.com/office/drawing/2014/main" id="{E11941BE-46D1-4C98-A9B8-DEBD7C0D4CE5}"/>
              </a:ext>
            </a:extLst>
          </p:cNvPr>
          <p:cNvSpPr txBox="1"/>
          <p:nvPr/>
        </p:nvSpPr>
        <p:spPr>
          <a:xfrm>
            <a:off x="10069296" y="2218539"/>
            <a:ext cx="2103045" cy="1107707"/>
          </a:xfrm>
          <a:prstGeom prst="rect">
            <a:avLst/>
          </a:prstGeom>
          <a:noFill/>
        </p:spPr>
        <p:txBody>
          <a:bodyPr wrap="square" rtlCol="0">
            <a:spAutoFit/>
          </a:bodyPr>
          <a:lstStyle/>
          <a:p>
            <a:pPr defTabSz="913852">
              <a:defRPr/>
            </a:pPr>
            <a:r>
              <a:rPr lang="en-US" sz="1200" b="1" dirty="0">
                <a:solidFill>
                  <a:srgbClr val="0096D6"/>
                </a:solidFill>
                <a:latin typeface="HP Simplified Light"/>
              </a:rPr>
              <a:t>AI Powered Knowledge Article Recommendation</a:t>
            </a:r>
          </a:p>
          <a:p>
            <a:pPr defTabSz="913852">
              <a:defRPr/>
            </a:pPr>
            <a:r>
              <a:rPr lang="en-US" sz="1200" b="1" dirty="0">
                <a:solidFill>
                  <a:srgbClr val="0096D6"/>
                </a:solidFill>
                <a:latin typeface="HP Simplified Light"/>
              </a:rPr>
              <a:t>(Smart Assist)</a:t>
            </a:r>
          </a:p>
          <a:p>
            <a:pPr defTabSz="913852">
              <a:defRPr/>
            </a:pPr>
            <a:r>
              <a:rPr lang="en-US" sz="1000" dirty="0">
                <a:solidFill>
                  <a:srgbClr val="000000"/>
                </a:solidFill>
                <a:latin typeface="HP Simplified Light"/>
              </a:rPr>
              <a:t>Provide contextual information to agent – troubleshooting guides, service alerts</a:t>
            </a:r>
            <a:endParaRPr lang="en-US" sz="1000" b="1" dirty="0">
              <a:solidFill>
                <a:srgbClr val="000000"/>
              </a:solidFill>
              <a:latin typeface="HP Simplified Light"/>
            </a:endParaRPr>
          </a:p>
        </p:txBody>
      </p:sp>
      <p:sp>
        <p:nvSpPr>
          <p:cNvPr id="37" name="TextBox 36">
            <a:extLst>
              <a:ext uri="{FF2B5EF4-FFF2-40B4-BE49-F238E27FC236}">
                <a16:creationId xmlns:a16="http://schemas.microsoft.com/office/drawing/2014/main" id="{5BD4909B-EF95-413D-9AF2-A8FB21A97FC3}"/>
              </a:ext>
            </a:extLst>
          </p:cNvPr>
          <p:cNvSpPr txBox="1"/>
          <p:nvPr/>
        </p:nvSpPr>
        <p:spPr>
          <a:xfrm>
            <a:off x="10069295" y="4467582"/>
            <a:ext cx="1848990" cy="738472"/>
          </a:xfrm>
          <a:prstGeom prst="rect">
            <a:avLst/>
          </a:prstGeom>
          <a:noFill/>
        </p:spPr>
        <p:txBody>
          <a:bodyPr wrap="square" rtlCol="0">
            <a:spAutoFit/>
          </a:bodyPr>
          <a:lstStyle/>
          <a:p>
            <a:pPr defTabSz="913852">
              <a:defRPr/>
            </a:pPr>
            <a:r>
              <a:rPr lang="en-US" sz="1200" b="1" dirty="0">
                <a:solidFill>
                  <a:srgbClr val="0096D6"/>
                </a:solidFill>
                <a:latin typeface="HP Simplified Light"/>
              </a:rPr>
              <a:t>Automation Macros </a:t>
            </a:r>
          </a:p>
          <a:p>
            <a:pPr defTabSz="913852">
              <a:defRPr/>
            </a:pPr>
            <a:r>
              <a:rPr lang="en-US" sz="1000" dirty="0">
                <a:solidFill>
                  <a:srgbClr val="000000"/>
                </a:solidFill>
                <a:latin typeface="HP Simplified Light"/>
              </a:rPr>
              <a:t>Trigger Part Order or Work Order automation using case information available</a:t>
            </a:r>
            <a:endParaRPr lang="en-US" sz="1100" b="1" dirty="0">
              <a:solidFill>
                <a:srgbClr val="000000"/>
              </a:solidFill>
              <a:latin typeface="HP Simplified Light"/>
            </a:endParaRPr>
          </a:p>
        </p:txBody>
      </p:sp>
      <p:sp>
        <p:nvSpPr>
          <p:cNvPr id="43" name="TextBox 42">
            <a:extLst>
              <a:ext uri="{FF2B5EF4-FFF2-40B4-BE49-F238E27FC236}">
                <a16:creationId xmlns:a16="http://schemas.microsoft.com/office/drawing/2014/main" id="{728CC7C9-6031-4C07-8CA7-6C88ADBE3BB7}"/>
              </a:ext>
            </a:extLst>
          </p:cNvPr>
          <p:cNvSpPr txBox="1"/>
          <p:nvPr/>
        </p:nvSpPr>
        <p:spPr>
          <a:xfrm>
            <a:off x="10069293" y="3541221"/>
            <a:ext cx="1936140" cy="738472"/>
          </a:xfrm>
          <a:prstGeom prst="rect">
            <a:avLst/>
          </a:prstGeom>
          <a:noFill/>
        </p:spPr>
        <p:txBody>
          <a:bodyPr wrap="square" rtlCol="0">
            <a:spAutoFit/>
          </a:bodyPr>
          <a:lstStyle/>
          <a:p>
            <a:pPr defTabSz="913852">
              <a:defRPr/>
            </a:pPr>
            <a:r>
              <a:rPr lang="en-US" sz="1200" b="1" dirty="0">
                <a:solidFill>
                  <a:srgbClr val="0096D6"/>
                </a:solidFill>
                <a:latin typeface="HP Simplified Light"/>
              </a:rPr>
              <a:t>Resolution Guides (PrediFix)</a:t>
            </a:r>
          </a:p>
          <a:p>
            <a:pPr defTabSz="913852">
              <a:defRPr/>
            </a:pPr>
            <a:r>
              <a:rPr lang="en-US" sz="1000" dirty="0">
                <a:solidFill>
                  <a:srgbClr val="000000"/>
                </a:solidFill>
                <a:latin typeface="HP Simplified Light"/>
              </a:rPr>
              <a:t>Simplified, step-by-step guidance  on troubleshooting with automatic notes capture</a:t>
            </a:r>
            <a:endParaRPr lang="en-US" sz="1000" b="1" dirty="0">
              <a:solidFill>
                <a:srgbClr val="000000"/>
              </a:solidFill>
              <a:latin typeface="HP Simplified Light"/>
            </a:endParaRPr>
          </a:p>
        </p:txBody>
      </p:sp>
      <p:sp>
        <p:nvSpPr>
          <p:cNvPr id="53" name="Rectangle 52">
            <a:extLst>
              <a:ext uri="{FF2B5EF4-FFF2-40B4-BE49-F238E27FC236}">
                <a16:creationId xmlns:a16="http://schemas.microsoft.com/office/drawing/2014/main" id="{DB0491BD-8992-4647-88FE-4AC5205CAE0A}"/>
              </a:ext>
            </a:extLst>
          </p:cNvPr>
          <p:cNvSpPr/>
          <p:nvPr/>
        </p:nvSpPr>
        <p:spPr>
          <a:xfrm>
            <a:off x="214735" y="5675605"/>
            <a:ext cx="4260385" cy="838257"/>
          </a:xfrm>
          <a:prstGeom prst="rect">
            <a:avLst/>
          </a:prstGeom>
          <a:solidFill>
            <a:schemeClr val="accent4">
              <a:lumMod val="20000"/>
              <a:lumOff val="80000"/>
            </a:schemeClr>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2679" lvl="2" defTabSz="913578">
              <a:lnSpc>
                <a:spcPct val="90000"/>
              </a:lnSpc>
              <a:buClr>
                <a:prstClr val="black"/>
              </a:buClr>
              <a:defRPr/>
            </a:pPr>
            <a:r>
              <a:rPr lang="en-US" sz="1400" b="1" dirty="0">
                <a:solidFill>
                  <a:schemeClr val="accent1"/>
                </a:solidFill>
              </a:rPr>
              <a:t>Building upon the MSFT Dynamics Platform:</a:t>
            </a:r>
          </a:p>
          <a:p>
            <a:pPr marL="398343" lvl="2" indent="-285664" defTabSz="913578">
              <a:lnSpc>
                <a:spcPct val="90000"/>
              </a:lnSpc>
              <a:spcBef>
                <a:spcPts val="300"/>
              </a:spcBef>
              <a:buClr>
                <a:prstClr val="black"/>
              </a:buClr>
              <a:buFont typeface="Arial" panose="020B0604020202020204" pitchFamily="34" charset="0"/>
              <a:buChar char="•"/>
              <a:defRPr/>
            </a:pPr>
            <a:r>
              <a:rPr lang="en-US" sz="1400" dirty="0">
                <a:solidFill>
                  <a:schemeClr val="tx1"/>
                </a:solidFill>
              </a:rPr>
              <a:t>CDAX  remains foundation</a:t>
            </a:r>
          </a:p>
          <a:p>
            <a:pPr marL="398343" lvl="2" indent="-285664" defTabSz="913578">
              <a:lnSpc>
                <a:spcPct val="90000"/>
              </a:lnSpc>
              <a:spcBef>
                <a:spcPts val="300"/>
              </a:spcBef>
              <a:buClr>
                <a:prstClr val="black"/>
              </a:buClr>
              <a:buFont typeface="Arial" panose="020B0604020202020204" pitchFamily="34" charset="0"/>
              <a:buChar char="•"/>
              <a:defRPr/>
            </a:pPr>
            <a:r>
              <a:rPr lang="en-US" sz="1400" dirty="0">
                <a:solidFill>
                  <a:schemeClr val="tx1"/>
                </a:solidFill>
              </a:rPr>
              <a:t>Utilizes new Omnichannel functionality</a:t>
            </a:r>
            <a:endParaRPr lang="en-GB" sz="1400" dirty="0">
              <a:solidFill>
                <a:schemeClr val="tx1"/>
              </a:solidFill>
            </a:endParaRPr>
          </a:p>
        </p:txBody>
      </p:sp>
      <p:sp>
        <p:nvSpPr>
          <p:cNvPr id="49" name="TextBox 48">
            <a:extLst>
              <a:ext uri="{FF2B5EF4-FFF2-40B4-BE49-F238E27FC236}">
                <a16:creationId xmlns:a16="http://schemas.microsoft.com/office/drawing/2014/main" id="{086BBDCB-00D7-4858-93EC-A34FC94F6771}"/>
              </a:ext>
            </a:extLst>
          </p:cNvPr>
          <p:cNvSpPr txBox="1"/>
          <p:nvPr/>
        </p:nvSpPr>
        <p:spPr>
          <a:xfrm>
            <a:off x="1365066" y="2391379"/>
            <a:ext cx="895457" cy="940927"/>
          </a:xfrm>
          <a:prstGeom prst="rect">
            <a:avLst/>
          </a:prstGeom>
          <a:noFill/>
        </p:spPr>
        <p:txBody>
          <a:bodyPr wrap="square" lIns="0" tIns="0" rIns="0" bIns="0" rtlCol="0">
            <a:noAutofit/>
          </a:bodyPr>
          <a:lstStyle/>
          <a:p>
            <a:pPr marL="171399" indent="-171399">
              <a:lnSpc>
                <a:spcPct val="90000"/>
              </a:lnSpc>
              <a:spcBef>
                <a:spcPts val="300"/>
              </a:spcBef>
              <a:buFont typeface="Arial" panose="020B0604020202020204" pitchFamily="34" charset="0"/>
              <a:buChar char="•"/>
            </a:pPr>
            <a:r>
              <a:rPr lang="en-US" sz="1000" dirty="0"/>
              <a:t>Gig-Agent</a:t>
            </a:r>
          </a:p>
          <a:p>
            <a:pPr marL="171399" indent="-171399">
              <a:lnSpc>
                <a:spcPct val="90000"/>
              </a:lnSpc>
              <a:spcBef>
                <a:spcPts val="300"/>
              </a:spcBef>
              <a:buFont typeface="Arial" panose="020B0604020202020204" pitchFamily="34" charset="0"/>
              <a:buChar char="•"/>
            </a:pPr>
            <a:r>
              <a:rPr lang="en-US" sz="1000" dirty="0"/>
              <a:t>L1 Agent</a:t>
            </a:r>
          </a:p>
          <a:p>
            <a:pPr marL="171399" indent="-171399">
              <a:lnSpc>
                <a:spcPct val="90000"/>
              </a:lnSpc>
              <a:spcBef>
                <a:spcPts val="300"/>
              </a:spcBef>
              <a:buFont typeface="Arial" panose="020B0604020202020204" pitchFamily="34" charset="0"/>
              <a:buChar char="•"/>
            </a:pPr>
            <a:r>
              <a:rPr lang="en-US" sz="1000" dirty="0"/>
              <a:t>L2 Agent</a:t>
            </a:r>
          </a:p>
          <a:p>
            <a:pPr marL="171399" indent="-171399">
              <a:lnSpc>
                <a:spcPct val="90000"/>
              </a:lnSpc>
              <a:spcBef>
                <a:spcPts val="300"/>
              </a:spcBef>
              <a:buFont typeface="Arial" panose="020B0604020202020204" pitchFamily="34" charset="0"/>
              <a:buChar char="•"/>
            </a:pPr>
            <a:r>
              <a:rPr lang="en-US" sz="1000" dirty="0"/>
              <a:t>Complaints</a:t>
            </a:r>
          </a:p>
          <a:p>
            <a:pPr marL="171399" indent="-171399">
              <a:lnSpc>
                <a:spcPct val="90000"/>
              </a:lnSpc>
              <a:spcBef>
                <a:spcPts val="300"/>
              </a:spcBef>
              <a:buFont typeface="Arial" panose="020B0604020202020204" pitchFamily="34" charset="0"/>
              <a:buChar char="•"/>
            </a:pPr>
            <a:r>
              <a:rPr lang="en-US" sz="1000" dirty="0"/>
              <a:t>ATS</a:t>
            </a:r>
          </a:p>
        </p:txBody>
      </p:sp>
      <p:sp>
        <p:nvSpPr>
          <p:cNvPr id="54" name="TextBox 53">
            <a:extLst>
              <a:ext uri="{FF2B5EF4-FFF2-40B4-BE49-F238E27FC236}">
                <a16:creationId xmlns:a16="http://schemas.microsoft.com/office/drawing/2014/main" id="{E2F79F09-C0CD-4463-BAFE-0DD0C6C5304C}"/>
              </a:ext>
            </a:extLst>
          </p:cNvPr>
          <p:cNvSpPr txBox="1"/>
          <p:nvPr/>
        </p:nvSpPr>
        <p:spPr>
          <a:xfrm>
            <a:off x="322316" y="2025013"/>
            <a:ext cx="1876666" cy="618855"/>
          </a:xfrm>
          <a:prstGeom prst="rect">
            <a:avLst/>
          </a:prstGeom>
          <a:noFill/>
        </p:spPr>
        <p:txBody>
          <a:bodyPr wrap="square" lIns="0" tIns="0" rIns="0" bIns="0" rtlCol="0">
            <a:noAutofit/>
          </a:bodyPr>
          <a:lstStyle/>
          <a:p>
            <a:pPr algn="r">
              <a:lnSpc>
                <a:spcPct val="90000"/>
              </a:lnSpc>
            </a:pPr>
            <a:r>
              <a:rPr lang="en-US" sz="1200" b="1" dirty="0">
                <a:solidFill>
                  <a:schemeClr val="accent1"/>
                </a:solidFill>
              </a:rPr>
              <a:t>Workspace will dynamically optimize for agent profiles:</a:t>
            </a:r>
          </a:p>
          <a:p>
            <a:pPr marL="285664" indent="-285664" algn="r">
              <a:lnSpc>
                <a:spcPct val="90000"/>
              </a:lnSpc>
              <a:spcBef>
                <a:spcPts val="600"/>
              </a:spcBef>
              <a:buFont typeface="Arial" panose="020B0604020202020204" pitchFamily="34" charset="0"/>
              <a:buChar char="•"/>
            </a:pPr>
            <a:endParaRPr lang="en-US" sz="1600" dirty="0"/>
          </a:p>
          <a:p>
            <a:pPr marL="1657264" lvl="3" indent="-285664" algn="r">
              <a:lnSpc>
                <a:spcPct val="90000"/>
              </a:lnSpc>
              <a:buFont typeface="Arial" panose="020B0604020202020204" pitchFamily="34" charset="0"/>
              <a:buChar char="•"/>
            </a:pPr>
            <a:endParaRPr lang="en-US" sz="1600" dirty="0"/>
          </a:p>
        </p:txBody>
      </p:sp>
      <p:sp>
        <p:nvSpPr>
          <p:cNvPr id="22" name="Rectangle 21">
            <a:extLst>
              <a:ext uri="{FF2B5EF4-FFF2-40B4-BE49-F238E27FC236}">
                <a16:creationId xmlns:a16="http://schemas.microsoft.com/office/drawing/2014/main" id="{4930D942-1CE7-41EF-BB47-0F7C598DF69C}"/>
              </a:ext>
            </a:extLst>
          </p:cNvPr>
          <p:cNvSpPr/>
          <p:nvPr/>
        </p:nvSpPr>
        <p:spPr>
          <a:xfrm>
            <a:off x="9184944" y="2143915"/>
            <a:ext cx="284718" cy="190524"/>
          </a:xfrm>
          <a:prstGeom prst="rect">
            <a:avLst/>
          </a:prstGeom>
          <a:no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2399" dirty="0" err="1"/>
          </a:p>
        </p:txBody>
      </p:sp>
      <p:cxnSp>
        <p:nvCxnSpPr>
          <p:cNvPr id="25" name="Connector: Elbow 24">
            <a:extLst>
              <a:ext uri="{FF2B5EF4-FFF2-40B4-BE49-F238E27FC236}">
                <a16:creationId xmlns:a16="http://schemas.microsoft.com/office/drawing/2014/main" id="{93C272DB-0B0D-40E0-98EA-C43ADC9FDA52}"/>
              </a:ext>
            </a:extLst>
          </p:cNvPr>
          <p:cNvCxnSpPr>
            <a:cxnSpLocks/>
            <a:endCxn id="23" idx="1"/>
          </p:cNvCxnSpPr>
          <p:nvPr/>
        </p:nvCxnSpPr>
        <p:spPr>
          <a:xfrm flipV="1">
            <a:off x="7051318" y="1098914"/>
            <a:ext cx="2962509" cy="1665838"/>
          </a:xfrm>
          <a:prstGeom prst="bentConnector3">
            <a:avLst>
              <a:gd name="adj1" fmla="val -530"/>
            </a:avLst>
          </a:prstGeom>
          <a:ln w="12700">
            <a:solidFill>
              <a:schemeClr val="accent1"/>
            </a:solidFill>
            <a:miter lim="800000"/>
            <a:headEnd type="oval"/>
            <a:tailEnd type="non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BCE9B147-4101-4B01-B083-F543DE91347A}"/>
              </a:ext>
            </a:extLst>
          </p:cNvPr>
          <p:cNvCxnSpPr>
            <a:cxnSpLocks/>
            <a:endCxn id="29" idx="1"/>
          </p:cNvCxnSpPr>
          <p:nvPr/>
        </p:nvCxnSpPr>
        <p:spPr>
          <a:xfrm>
            <a:off x="7051317" y="5571913"/>
            <a:ext cx="3017976" cy="69675"/>
          </a:xfrm>
          <a:prstGeom prst="bentConnector3">
            <a:avLst>
              <a:gd name="adj1" fmla="val -90"/>
            </a:avLst>
          </a:prstGeom>
          <a:ln w="12700">
            <a:solidFill>
              <a:schemeClr val="accent1"/>
            </a:solidFill>
            <a:miter lim="800000"/>
            <a:headEnd type="oval"/>
            <a:tailEnd type="non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302FA20C-5346-43F8-B490-33E16F9607CB}"/>
              </a:ext>
            </a:extLst>
          </p:cNvPr>
          <p:cNvCxnSpPr>
            <a:cxnSpLocks/>
          </p:cNvCxnSpPr>
          <p:nvPr/>
        </p:nvCxnSpPr>
        <p:spPr>
          <a:xfrm flipH="1">
            <a:off x="9976887" y="2403128"/>
            <a:ext cx="165768" cy="0"/>
          </a:xfrm>
          <a:prstGeom prst="straightConnector1">
            <a:avLst/>
          </a:prstGeom>
          <a:ln w="12700">
            <a:solidFill>
              <a:schemeClr val="accent1"/>
            </a:solidFill>
            <a:miter lim="800000"/>
            <a:headEnd type="none"/>
            <a:tailEnd type="oval"/>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27770515-234A-4915-A395-12CA218A077F}"/>
              </a:ext>
            </a:extLst>
          </p:cNvPr>
          <p:cNvCxnSpPr>
            <a:cxnSpLocks/>
          </p:cNvCxnSpPr>
          <p:nvPr/>
        </p:nvCxnSpPr>
        <p:spPr>
          <a:xfrm flipH="1">
            <a:off x="9976887" y="3688436"/>
            <a:ext cx="165768" cy="0"/>
          </a:xfrm>
          <a:prstGeom prst="straightConnector1">
            <a:avLst/>
          </a:prstGeom>
          <a:ln w="12700">
            <a:solidFill>
              <a:schemeClr val="accent1"/>
            </a:solidFill>
            <a:miter lim="800000"/>
            <a:headEnd type="none"/>
            <a:tailEnd type="oval"/>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240C7587-4BCC-4EBA-8120-5E9C62C4366E}"/>
              </a:ext>
            </a:extLst>
          </p:cNvPr>
          <p:cNvCxnSpPr>
            <a:cxnSpLocks/>
          </p:cNvCxnSpPr>
          <p:nvPr/>
        </p:nvCxnSpPr>
        <p:spPr>
          <a:xfrm flipH="1">
            <a:off x="9976887" y="4612121"/>
            <a:ext cx="165768" cy="0"/>
          </a:xfrm>
          <a:prstGeom prst="straightConnector1">
            <a:avLst/>
          </a:prstGeom>
          <a:ln w="12700">
            <a:solidFill>
              <a:schemeClr val="accent1"/>
            </a:solidFill>
            <a:miter lim="800000"/>
            <a:headEnd type="none"/>
            <a:tailEnd type="oval"/>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40040F40-529F-464A-A8EE-C34D3A1579C0}"/>
              </a:ext>
            </a:extLst>
          </p:cNvPr>
          <p:cNvSpPr txBox="1"/>
          <p:nvPr/>
        </p:nvSpPr>
        <p:spPr>
          <a:xfrm>
            <a:off x="430539" y="3316509"/>
            <a:ext cx="1768442" cy="615393"/>
          </a:xfrm>
          <a:prstGeom prst="rect">
            <a:avLst/>
          </a:prstGeom>
          <a:noFill/>
        </p:spPr>
        <p:txBody>
          <a:bodyPr wrap="square" rtlCol="0">
            <a:spAutoFit/>
          </a:bodyPr>
          <a:lstStyle/>
          <a:p>
            <a:pPr algn="r" defTabSz="913852">
              <a:defRPr/>
            </a:pPr>
            <a:r>
              <a:rPr lang="en-US" sz="1200" b="1" dirty="0">
                <a:solidFill>
                  <a:srgbClr val="0096D6"/>
                </a:solidFill>
                <a:latin typeface="HP Simplified Light"/>
              </a:rPr>
              <a:t>Communication channel agnostic</a:t>
            </a:r>
          </a:p>
          <a:p>
            <a:pPr algn="r" defTabSz="913852">
              <a:defRPr/>
            </a:pPr>
            <a:r>
              <a:rPr lang="en-US" sz="1000" dirty="0">
                <a:solidFill>
                  <a:srgbClr val="000000"/>
                </a:solidFill>
                <a:latin typeface="HP Simplified Light"/>
              </a:rPr>
              <a:t>Same behavior, same content</a:t>
            </a:r>
            <a:endParaRPr lang="en-US" sz="1000" b="1" dirty="0">
              <a:solidFill>
                <a:srgbClr val="000000"/>
              </a:solidFill>
              <a:latin typeface="HP Simplified Light"/>
            </a:endParaRPr>
          </a:p>
        </p:txBody>
      </p:sp>
      <p:sp>
        <p:nvSpPr>
          <p:cNvPr id="27" name="TextBox 26">
            <a:extLst>
              <a:ext uri="{FF2B5EF4-FFF2-40B4-BE49-F238E27FC236}">
                <a16:creationId xmlns:a16="http://schemas.microsoft.com/office/drawing/2014/main" id="{84E60EE1-9B42-4733-93AF-67D92D664D2F}"/>
              </a:ext>
            </a:extLst>
          </p:cNvPr>
          <p:cNvSpPr txBox="1"/>
          <p:nvPr/>
        </p:nvSpPr>
        <p:spPr>
          <a:xfrm>
            <a:off x="10045863" y="1497796"/>
            <a:ext cx="2047074" cy="584775"/>
          </a:xfrm>
          <a:prstGeom prst="rect">
            <a:avLst/>
          </a:prstGeom>
          <a:noFill/>
        </p:spPr>
        <p:txBody>
          <a:bodyPr wrap="square" rtlCol="0">
            <a:spAutoFit/>
          </a:bodyPr>
          <a:lstStyle/>
          <a:p>
            <a:pPr defTabSz="913852">
              <a:defRPr/>
            </a:pPr>
            <a:r>
              <a:rPr lang="en-US" sz="1200" b="1" dirty="0">
                <a:solidFill>
                  <a:srgbClr val="0096D6"/>
                </a:solidFill>
                <a:latin typeface="HP Simplified Light"/>
              </a:rPr>
              <a:t>Action List</a:t>
            </a:r>
          </a:p>
          <a:p>
            <a:pPr defTabSz="913852">
              <a:defRPr/>
            </a:pPr>
            <a:r>
              <a:rPr lang="en-US" sz="1000" dirty="0">
                <a:solidFill>
                  <a:srgbClr val="000000"/>
                </a:solidFill>
                <a:latin typeface="HP Simplified Light"/>
              </a:rPr>
              <a:t>Prioritize list of alters and actions with guidance to drive resolution </a:t>
            </a:r>
          </a:p>
        </p:txBody>
      </p:sp>
      <p:cxnSp>
        <p:nvCxnSpPr>
          <p:cNvPr id="30" name="Connector: Elbow 29">
            <a:extLst>
              <a:ext uri="{FF2B5EF4-FFF2-40B4-BE49-F238E27FC236}">
                <a16:creationId xmlns:a16="http://schemas.microsoft.com/office/drawing/2014/main" id="{3090091B-4F59-4713-8A2E-0C6C277BB60A}"/>
              </a:ext>
            </a:extLst>
          </p:cNvPr>
          <p:cNvCxnSpPr>
            <a:cxnSpLocks/>
          </p:cNvCxnSpPr>
          <p:nvPr/>
        </p:nvCxnSpPr>
        <p:spPr>
          <a:xfrm flipV="1">
            <a:off x="8245937" y="1790183"/>
            <a:ext cx="1813835" cy="1477157"/>
          </a:xfrm>
          <a:prstGeom prst="bentConnector3">
            <a:avLst>
              <a:gd name="adj1" fmla="val -819"/>
            </a:avLst>
          </a:prstGeom>
          <a:ln w="12700">
            <a:solidFill>
              <a:schemeClr val="accent1"/>
            </a:solidFill>
            <a:miter lim="800000"/>
            <a:headEnd type="ova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6740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8704877-639C-4CDB-90C1-6B0D33292340}"/>
              </a:ext>
            </a:extLst>
          </p:cNvPr>
          <p:cNvGraphicFramePr>
            <a:graphicFrameLocks noChangeAspect="1"/>
          </p:cNvGraphicFramePr>
          <p:nvPr>
            <p:custDataLst>
              <p:tags r:id="rId1"/>
            </p:custDataLst>
          </p:nvPr>
        </p:nvGraphicFramePr>
        <p:xfrm>
          <a:off x="6348" y="3372"/>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5" name="Object 4" hidden="1">
                        <a:extLst>
                          <a:ext uri="{FF2B5EF4-FFF2-40B4-BE49-F238E27FC236}">
                            <a16:creationId xmlns:a16="http://schemas.microsoft.com/office/drawing/2014/main" id="{38704877-639C-4CDB-90C1-6B0D33292340}"/>
                          </a:ext>
                        </a:extLst>
                      </p:cNvPr>
                      <p:cNvPicPr/>
                      <p:nvPr/>
                    </p:nvPicPr>
                    <p:blipFill>
                      <a:blip r:embed="rId4"/>
                      <a:stretch>
                        <a:fillRect/>
                      </a:stretch>
                    </p:blipFill>
                    <p:spPr>
                      <a:xfrm>
                        <a:off x="6348" y="3372"/>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31C59AE-4606-43F4-9674-0A6D58C62104}"/>
              </a:ext>
            </a:extLst>
          </p:cNvPr>
          <p:cNvSpPr>
            <a:spLocks noGrp="1"/>
          </p:cNvSpPr>
          <p:nvPr>
            <p:ph type="title"/>
          </p:nvPr>
        </p:nvSpPr>
        <p:spPr>
          <a:xfrm>
            <a:off x="609600" y="599474"/>
            <a:ext cx="10972801" cy="762000"/>
          </a:xfrm>
        </p:spPr>
        <p:txBody>
          <a:bodyPr vert="horz"/>
          <a:lstStyle/>
          <a:p>
            <a:r>
              <a:rPr lang="en-US" dirty="0"/>
              <a:t>Prototype for Flexible Agent Workspace design based on six scenarios</a:t>
            </a:r>
          </a:p>
        </p:txBody>
      </p:sp>
      <p:sp>
        <p:nvSpPr>
          <p:cNvPr id="3" name="Slide Number Placeholder 2">
            <a:extLst>
              <a:ext uri="{FF2B5EF4-FFF2-40B4-BE49-F238E27FC236}">
                <a16:creationId xmlns:a16="http://schemas.microsoft.com/office/drawing/2014/main" id="{78F18E98-2758-438E-8FBD-65230F9A6219}"/>
              </a:ext>
            </a:extLst>
          </p:cNvPr>
          <p:cNvSpPr>
            <a:spLocks noGrp="1"/>
          </p:cNvSpPr>
          <p:nvPr>
            <p:ph type="sldNum" idx="12"/>
          </p:nvPr>
        </p:nvSpPr>
        <p:spPr/>
        <p:txBody>
          <a:bodyPr/>
          <a:lstStyle/>
          <a:p>
            <a:pPr defTabSz="914126"/>
            <a:fld id="{00DE720E-C72B-42F0-AD69-52D60E3C605E}" type="slidenum">
              <a:rPr lang="en-US"/>
              <a:pPr defTabSz="914126"/>
              <a:t>10</a:t>
            </a:fld>
            <a:endParaRPr lang="en-US"/>
          </a:p>
        </p:txBody>
      </p:sp>
      <p:sp>
        <p:nvSpPr>
          <p:cNvPr id="9" name="Text Placeholder 8">
            <a:extLst>
              <a:ext uri="{FF2B5EF4-FFF2-40B4-BE49-F238E27FC236}">
                <a16:creationId xmlns:a16="http://schemas.microsoft.com/office/drawing/2014/main" id="{61729085-D846-46F0-9C50-BFF11C750817}"/>
              </a:ext>
            </a:extLst>
          </p:cNvPr>
          <p:cNvSpPr>
            <a:spLocks noGrp="1"/>
          </p:cNvSpPr>
          <p:nvPr>
            <p:ph type="body" idx="1"/>
          </p:nvPr>
        </p:nvSpPr>
        <p:spPr>
          <a:xfrm>
            <a:off x="601032" y="1482141"/>
            <a:ext cx="10972801" cy="274320"/>
          </a:xfrm>
        </p:spPr>
        <p:txBody>
          <a:bodyPr/>
          <a:lstStyle/>
          <a:p>
            <a:r>
              <a:rPr lang="en-US" dirty="0"/>
              <a:t>Scenarios designed to maximize coverage of Case workflow</a:t>
            </a:r>
          </a:p>
        </p:txBody>
      </p:sp>
      <p:graphicFrame>
        <p:nvGraphicFramePr>
          <p:cNvPr id="29" name="Table 28">
            <a:extLst>
              <a:ext uri="{FF2B5EF4-FFF2-40B4-BE49-F238E27FC236}">
                <a16:creationId xmlns:a16="http://schemas.microsoft.com/office/drawing/2014/main" id="{000899DE-D956-43C2-A2C5-5D3ABA1A1ADF}"/>
              </a:ext>
            </a:extLst>
          </p:cNvPr>
          <p:cNvGraphicFramePr>
            <a:graphicFrameLocks noGrp="1"/>
          </p:cNvGraphicFramePr>
          <p:nvPr>
            <p:extLst>
              <p:ext uri="{D42A27DB-BD31-4B8C-83A1-F6EECF244321}">
                <p14:modId xmlns:p14="http://schemas.microsoft.com/office/powerpoint/2010/main" val="2378380172"/>
              </p:ext>
            </p:extLst>
          </p:nvPr>
        </p:nvGraphicFramePr>
        <p:xfrm>
          <a:off x="609600" y="1705627"/>
          <a:ext cx="10964233" cy="3886038"/>
        </p:xfrm>
        <a:graphic>
          <a:graphicData uri="http://schemas.openxmlformats.org/drawingml/2006/table">
            <a:tbl>
              <a:tblPr/>
              <a:tblGrid>
                <a:gridCol w="226828">
                  <a:extLst>
                    <a:ext uri="{9D8B030D-6E8A-4147-A177-3AD203B41FA5}">
                      <a16:colId xmlns:a16="http://schemas.microsoft.com/office/drawing/2014/main" val="3185942922"/>
                    </a:ext>
                  </a:extLst>
                </a:gridCol>
                <a:gridCol w="837089">
                  <a:extLst>
                    <a:ext uri="{9D8B030D-6E8A-4147-A177-3AD203B41FA5}">
                      <a16:colId xmlns:a16="http://schemas.microsoft.com/office/drawing/2014/main" val="1009752075"/>
                    </a:ext>
                  </a:extLst>
                </a:gridCol>
                <a:gridCol w="999803">
                  <a:extLst>
                    <a:ext uri="{9D8B030D-6E8A-4147-A177-3AD203B41FA5}">
                      <a16:colId xmlns:a16="http://schemas.microsoft.com/office/drawing/2014/main" val="738730938"/>
                    </a:ext>
                  </a:extLst>
                </a:gridCol>
                <a:gridCol w="1010127">
                  <a:extLst>
                    <a:ext uri="{9D8B030D-6E8A-4147-A177-3AD203B41FA5}">
                      <a16:colId xmlns:a16="http://schemas.microsoft.com/office/drawing/2014/main" val="4119824186"/>
                    </a:ext>
                  </a:extLst>
                </a:gridCol>
                <a:gridCol w="1231391">
                  <a:extLst>
                    <a:ext uri="{9D8B030D-6E8A-4147-A177-3AD203B41FA5}">
                      <a16:colId xmlns:a16="http://schemas.microsoft.com/office/drawing/2014/main" val="1962324222"/>
                    </a:ext>
                  </a:extLst>
                </a:gridCol>
                <a:gridCol w="1904810">
                  <a:extLst>
                    <a:ext uri="{9D8B030D-6E8A-4147-A177-3AD203B41FA5}">
                      <a16:colId xmlns:a16="http://schemas.microsoft.com/office/drawing/2014/main" val="3052949230"/>
                    </a:ext>
                  </a:extLst>
                </a:gridCol>
                <a:gridCol w="1904810">
                  <a:extLst>
                    <a:ext uri="{9D8B030D-6E8A-4147-A177-3AD203B41FA5}">
                      <a16:colId xmlns:a16="http://schemas.microsoft.com/office/drawing/2014/main" val="1909106972"/>
                    </a:ext>
                  </a:extLst>
                </a:gridCol>
                <a:gridCol w="1904810">
                  <a:extLst>
                    <a:ext uri="{9D8B030D-6E8A-4147-A177-3AD203B41FA5}">
                      <a16:colId xmlns:a16="http://schemas.microsoft.com/office/drawing/2014/main" val="2519880684"/>
                    </a:ext>
                  </a:extLst>
                </a:gridCol>
                <a:gridCol w="944565">
                  <a:extLst>
                    <a:ext uri="{9D8B030D-6E8A-4147-A177-3AD203B41FA5}">
                      <a16:colId xmlns:a16="http://schemas.microsoft.com/office/drawing/2014/main" val="4076537899"/>
                    </a:ext>
                  </a:extLst>
                </a:gridCol>
              </a:tblGrid>
              <a:tr h="647100">
                <a:tc>
                  <a:txBody>
                    <a:bodyPr/>
                    <a:lstStyle/>
                    <a:p>
                      <a:pPr algn="ctr" rtl="0" fontAlgn="t"/>
                      <a:r>
                        <a:rPr lang="en-US" sz="1200" b="1">
                          <a:solidFill>
                            <a:srgbClr val="0096D6"/>
                          </a:solidFill>
                          <a:effectLst/>
                          <a:latin typeface="HP Simplified Light" panose="020B0404020204020204" pitchFamily="34" charset="0"/>
                        </a:rPr>
                        <a:t>#</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t"/>
                      <a:r>
                        <a:rPr lang="en-US" sz="1200" b="1">
                          <a:solidFill>
                            <a:srgbClr val="0096D6"/>
                          </a:solidFill>
                          <a:effectLst/>
                          <a:latin typeface="HP Simplified Light" panose="020B0404020204020204" pitchFamily="34" charset="0"/>
                        </a:rPr>
                        <a:t>Segment</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t"/>
                      <a:r>
                        <a:rPr lang="en-US" sz="1200" b="1">
                          <a:solidFill>
                            <a:srgbClr val="0096D6"/>
                          </a:solidFill>
                          <a:effectLst/>
                          <a:latin typeface="HP Simplified Light" panose="020B0404020204020204" pitchFamily="34" charset="0"/>
                        </a:rPr>
                        <a:t>Profile</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t"/>
                      <a:r>
                        <a:rPr lang="en-US" sz="1200" b="1">
                          <a:solidFill>
                            <a:srgbClr val="0096D6"/>
                          </a:solidFill>
                          <a:effectLst/>
                          <a:latin typeface="HP Simplified Light" panose="020B0404020204020204" pitchFamily="34" charset="0"/>
                        </a:rPr>
                        <a:t>Product Category</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t"/>
                      <a:r>
                        <a:rPr lang="en-US" sz="1200" b="1">
                          <a:solidFill>
                            <a:srgbClr val="0096D6"/>
                          </a:solidFill>
                          <a:effectLst/>
                          <a:latin typeface="HP Simplified Light" panose="020B0404020204020204" pitchFamily="34" charset="0"/>
                        </a:rPr>
                        <a:t>Issue</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rtl="0" fontAlgn="t"/>
                      <a:r>
                        <a:rPr lang="en-US" sz="1200" b="1">
                          <a:solidFill>
                            <a:srgbClr val="0096D6"/>
                          </a:solidFill>
                          <a:effectLst/>
                          <a:latin typeface="HP Simplified Light" panose="020B0404020204020204" pitchFamily="34" charset="0"/>
                        </a:rPr>
                        <a:t>Experience/Process Showcased</a:t>
                      </a:r>
                    </a:p>
                  </a:txBody>
                  <a:tcPr marL="28561" marR="28561" marT="19040" marB="1904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9525" cap="flat" cmpd="sng" algn="ctr">
                      <a:noFill/>
                      <a:prstDash val="solid"/>
                      <a:round/>
                      <a:headEnd type="none" w="med" len="med"/>
                      <a:tailEnd type="none" w="med" len="med"/>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pPr rtl="0" fontAlgn="t"/>
                      <a:endParaRPr lang="en-US" sz="1200" b="1">
                        <a:solidFill>
                          <a:srgbClr val="0096D6"/>
                        </a:solidFill>
                        <a:effectLst/>
                        <a:latin typeface="HP Simplified Light" panose="020B0404020204020204" pitchFamily="34" charset="0"/>
                      </a:endParaRPr>
                    </a:p>
                  </a:txBody>
                  <a:tcPr marL="28575" marR="28575" marT="19050" marB="1905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9525" cap="flat" cmpd="sng" algn="ctr">
                      <a:noFill/>
                      <a:prstDash val="solid"/>
                      <a:round/>
                      <a:headEnd type="none" w="med" len="med"/>
                      <a:tailEnd type="none" w="med" len="med"/>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t"/>
                      <a:r>
                        <a:rPr lang="en-US" sz="1200" b="1" dirty="0">
                          <a:solidFill>
                            <a:srgbClr val="0096D6"/>
                          </a:solidFill>
                          <a:effectLst/>
                          <a:latin typeface="HP Simplified Light" panose="020B0404020204020204" pitchFamily="34" charset="0"/>
                        </a:rPr>
                        <a:t>Link to Mockup</a:t>
                      </a:r>
                    </a:p>
                  </a:txBody>
                  <a:tcPr marL="28561" marR="28561" marT="19040" marB="1904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9525" cap="flat" cmpd="sng" algn="ctr">
                      <a:noFill/>
                      <a:prstDash val="solid"/>
                      <a:round/>
                      <a:headEnd type="none" w="med" len="med"/>
                      <a:tailEnd type="none" w="med" len="med"/>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9459687"/>
                  </a:ext>
                </a:extLst>
              </a:tr>
              <a:tr h="539823">
                <a:tc>
                  <a:txBody>
                    <a:bodyPr/>
                    <a:lstStyle/>
                    <a:p>
                      <a:pPr algn="ctr" rtl="0" fontAlgn="t"/>
                      <a:r>
                        <a:rPr lang="en-US" sz="1200" b="1">
                          <a:solidFill>
                            <a:srgbClr val="000000"/>
                          </a:solidFill>
                          <a:effectLst/>
                          <a:latin typeface="HP Simplified Light" panose="020B0404020204020204" pitchFamily="34" charset="0"/>
                        </a:rPr>
                        <a:t>1</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28575" cap="flat" cmpd="sng" algn="ctr">
                      <a:solidFill>
                        <a:schemeClr val="accent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b="1">
                          <a:solidFill>
                            <a:srgbClr val="000000"/>
                          </a:solidFill>
                          <a:effectLst/>
                          <a:latin typeface="HP Simplified Light" panose="020B0404020204020204" pitchFamily="34" charset="0"/>
                        </a:rPr>
                        <a:t>Consumer</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28575" cap="flat" cmpd="sng" algn="ctr">
                      <a:solidFill>
                        <a:schemeClr val="accent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b="1">
                          <a:solidFill>
                            <a:srgbClr val="000000"/>
                          </a:solidFill>
                          <a:effectLst/>
                          <a:latin typeface="HP Simplified Light" panose="020B0404020204020204" pitchFamily="34" charset="0"/>
                        </a:rPr>
                        <a:t>Traditional Agent</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28575" cap="flat" cmpd="sng" algn="ctr">
                      <a:solidFill>
                        <a:schemeClr val="accent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b="1">
                          <a:solidFill>
                            <a:srgbClr val="000000"/>
                          </a:solidFill>
                          <a:effectLst/>
                          <a:latin typeface="HP Simplified Light" panose="020B0404020204020204" pitchFamily="34" charset="0"/>
                        </a:rPr>
                        <a:t>PC</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28575" cap="flat" cmpd="sng" algn="ctr">
                      <a:solidFill>
                        <a:schemeClr val="accent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b="1" dirty="0">
                          <a:solidFill>
                            <a:srgbClr val="000000"/>
                          </a:solidFill>
                          <a:effectLst/>
                          <a:latin typeface="HP Simplified Light" panose="020B0404020204020204" pitchFamily="34" charset="0"/>
                        </a:rPr>
                        <a:t>Hard Disk Failure</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28575" cap="flat" cmpd="sng" algn="ctr">
                      <a:solidFill>
                        <a:schemeClr val="accent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dirty="0">
                          <a:solidFill>
                            <a:srgbClr val="000000"/>
                          </a:solidFill>
                          <a:effectLst/>
                          <a:latin typeface="HP Simplified Light" panose="020B0404020204020204" pitchFamily="34" charset="0"/>
                        </a:rPr>
                        <a:t>Troubleshooting</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28575" cap="flat" cmpd="sng" algn="ctr">
                      <a:solidFill>
                        <a:schemeClr val="accent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US" sz="1200" dirty="0">
                          <a:solidFill>
                            <a:srgbClr val="000000"/>
                          </a:solidFill>
                          <a:effectLst/>
                          <a:latin typeface="HP Simplified Light" panose="020B0404020204020204" pitchFamily="34" charset="0"/>
                        </a:rPr>
                        <a:t>Part Order Macro</a:t>
                      </a:r>
                    </a:p>
                  </a:txBody>
                  <a:tcPr marL="28561" marR="28561" marT="19040" marB="1904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accent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t"/>
                      <a:r>
                        <a:rPr lang="en-US" sz="1200" dirty="0">
                          <a:solidFill>
                            <a:srgbClr val="000000"/>
                          </a:solidFill>
                          <a:effectLst/>
                          <a:latin typeface="HP Simplified Light" panose="020B0404020204020204" pitchFamily="34" charset="0"/>
                        </a:rPr>
                        <a:t>Address Update</a:t>
                      </a:r>
                    </a:p>
                  </a:txBody>
                  <a:tcPr marL="28561" marR="28561" marT="19040" marB="1904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accent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t"/>
                      <a:endParaRPr lang="en-US" sz="1200" dirty="0">
                        <a:solidFill>
                          <a:srgbClr val="000000"/>
                        </a:solidFill>
                        <a:effectLst/>
                        <a:latin typeface="HP Simplified Light" panose="020B0404020204020204" pitchFamily="34" charset="0"/>
                      </a:endParaRPr>
                    </a:p>
                  </a:txBody>
                  <a:tcPr marL="28561" marR="28561" marT="19040" marB="1904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accent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4998663"/>
                  </a:ext>
                </a:extLst>
              </a:tr>
              <a:tr h="539823">
                <a:tc>
                  <a:txBody>
                    <a:bodyPr/>
                    <a:lstStyle/>
                    <a:p>
                      <a:pPr algn="ctr" rtl="0" fontAlgn="t"/>
                      <a:r>
                        <a:rPr lang="en-US" sz="1200" b="1">
                          <a:solidFill>
                            <a:srgbClr val="000000"/>
                          </a:solidFill>
                          <a:effectLst/>
                          <a:latin typeface="HP Simplified Light" panose="020B0404020204020204" pitchFamily="34" charset="0"/>
                        </a:rPr>
                        <a:t>2</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b="1">
                          <a:solidFill>
                            <a:srgbClr val="000000"/>
                          </a:solidFill>
                          <a:effectLst/>
                          <a:latin typeface="HP Simplified Light" panose="020B0404020204020204" pitchFamily="34" charset="0"/>
                        </a:rPr>
                        <a:t>Consumer</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b="1">
                          <a:solidFill>
                            <a:srgbClr val="000000"/>
                          </a:solidFill>
                          <a:effectLst/>
                          <a:latin typeface="HP Simplified Light" panose="020B0404020204020204" pitchFamily="34" charset="0"/>
                        </a:rPr>
                        <a:t>Traditional Agent</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b="1">
                          <a:solidFill>
                            <a:srgbClr val="000000"/>
                          </a:solidFill>
                          <a:effectLst/>
                          <a:latin typeface="HP Simplified Light" panose="020B0404020204020204" pitchFamily="34" charset="0"/>
                        </a:rPr>
                        <a:t>Print</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b="1" dirty="0">
                          <a:solidFill>
                            <a:srgbClr val="000000"/>
                          </a:solidFill>
                          <a:effectLst/>
                          <a:latin typeface="HP Simplified Light" panose="020B0404020204020204" pitchFamily="34" charset="0"/>
                        </a:rPr>
                        <a:t>Connectivity Issue</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dirty="0">
                          <a:solidFill>
                            <a:srgbClr val="000000"/>
                          </a:solidFill>
                          <a:effectLst/>
                          <a:latin typeface="HP Simplified Light" panose="020B0404020204020204" pitchFamily="34" charset="0"/>
                        </a:rPr>
                        <a:t>Troubleshooting</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dirty="0">
                          <a:effectLst/>
                          <a:latin typeface="HP Simplified Light" panose="020B0404020204020204" pitchFamily="34" charset="0"/>
                        </a:rPr>
                        <a:t>Elevation</a:t>
                      </a:r>
                    </a:p>
                  </a:txBody>
                  <a:tcPr marL="28561" marR="28561" marT="19040" marB="1904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
                      <a:r>
                        <a:rPr lang="en-US" sz="1200" dirty="0">
                          <a:effectLst/>
                          <a:latin typeface="HP Simplified Light" panose="020B0404020204020204" pitchFamily="34" charset="0"/>
                        </a:rPr>
                        <a:t>Remote Control</a:t>
                      </a:r>
                    </a:p>
                  </a:txBody>
                  <a:tcPr marL="28561" marR="28561" marT="19040" marB="1904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
                      <a:endParaRPr lang="en-US" sz="1200" dirty="0">
                        <a:effectLst/>
                        <a:latin typeface="HP Simplified Light" panose="020B0404020204020204" pitchFamily="34" charset="0"/>
                      </a:endParaRPr>
                    </a:p>
                  </a:txBody>
                  <a:tcPr marL="28561" marR="28561" marT="19040" marB="1904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3389768"/>
                  </a:ext>
                </a:extLst>
              </a:tr>
              <a:tr h="539823">
                <a:tc>
                  <a:txBody>
                    <a:bodyPr/>
                    <a:lstStyle/>
                    <a:p>
                      <a:pPr algn="ctr" rtl="0" fontAlgn="t"/>
                      <a:r>
                        <a:rPr lang="en-US" sz="1200" b="1">
                          <a:solidFill>
                            <a:srgbClr val="000000"/>
                          </a:solidFill>
                          <a:effectLst/>
                          <a:latin typeface="HP Simplified Light" panose="020B0404020204020204" pitchFamily="34" charset="0"/>
                        </a:rPr>
                        <a:t>3</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b="1">
                          <a:solidFill>
                            <a:srgbClr val="000000"/>
                          </a:solidFill>
                          <a:effectLst/>
                          <a:latin typeface="HP Simplified Light" panose="020B0404020204020204" pitchFamily="34" charset="0"/>
                        </a:rPr>
                        <a:t>Commercial</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b="1">
                          <a:solidFill>
                            <a:srgbClr val="000000"/>
                          </a:solidFill>
                          <a:effectLst/>
                          <a:latin typeface="HP Simplified Light" panose="020B0404020204020204" pitchFamily="34" charset="0"/>
                        </a:rPr>
                        <a:t>Traditional Agent</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b="1">
                          <a:solidFill>
                            <a:srgbClr val="000000"/>
                          </a:solidFill>
                          <a:effectLst/>
                          <a:latin typeface="HP Simplified Light" panose="020B0404020204020204" pitchFamily="34" charset="0"/>
                        </a:rPr>
                        <a:t>Print</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b="1" dirty="0">
                          <a:solidFill>
                            <a:srgbClr val="000000"/>
                          </a:solidFill>
                          <a:effectLst/>
                          <a:latin typeface="HP Simplified Light" panose="020B0404020204020204" pitchFamily="34" charset="0"/>
                        </a:rPr>
                        <a:t>Paper Jam</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a:solidFill>
                            <a:srgbClr val="000000"/>
                          </a:solidFill>
                          <a:effectLst/>
                          <a:latin typeface="HP Simplified Light" panose="020B0404020204020204" pitchFamily="34" charset="0"/>
                        </a:rPr>
                        <a:t>Live Lens</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200">
                          <a:effectLst/>
                          <a:latin typeface="HP Simplified Light" panose="020B0404020204020204" pitchFamily="34" charset="0"/>
                        </a:rPr>
                        <a:t>On-site Support Work Order</a:t>
                      </a:r>
                    </a:p>
                  </a:txBody>
                  <a:tcPr marL="28561" marR="28561" marT="19040" marB="1904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
                      <a:r>
                        <a:rPr lang="en-US" sz="1200" dirty="0">
                          <a:effectLst/>
                          <a:latin typeface="HP Simplified Light" panose="020B0404020204020204" pitchFamily="34" charset="0"/>
                        </a:rPr>
                        <a:t>Asset Location</a:t>
                      </a:r>
                    </a:p>
                  </a:txBody>
                  <a:tcPr marL="28561" marR="28561" marT="19040" marB="1904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
                      <a:endParaRPr lang="en-US" sz="1200" dirty="0">
                        <a:effectLst/>
                        <a:latin typeface="HP Simplified Light" panose="020B0404020204020204" pitchFamily="34" charset="0"/>
                      </a:endParaRPr>
                    </a:p>
                  </a:txBody>
                  <a:tcPr marL="28561" marR="28561" marT="19040" marB="1904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00996430"/>
                  </a:ext>
                </a:extLst>
              </a:tr>
              <a:tr h="539823">
                <a:tc>
                  <a:txBody>
                    <a:bodyPr/>
                    <a:lstStyle/>
                    <a:p>
                      <a:pPr algn="ctr" rtl="0" fontAlgn="t"/>
                      <a:r>
                        <a:rPr lang="en-US" sz="1200" b="1">
                          <a:solidFill>
                            <a:srgbClr val="000000"/>
                          </a:solidFill>
                          <a:effectLst/>
                          <a:latin typeface="HP Simplified Light" panose="020B0404020204020204" pitchFamily="34" charset="0"/>
                        </a:rPr>
                        <a:t>4</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kumimoji="0" lang="en-US" sz="1200" b="1" i="0" u="none" strike="noStrike" kern="0" cap="none" spc="0" normalizeH="0" baseline="0" noProof="0">
                          <a:ln>
                            <a:noFill/>
                          </a:ln>
                          <a:solidFill>
                            <a:srgbClr val="000000"/>
                          </a:solidFill>
                          <a:effectLst/>
                          <a:uLnTx/>
                          <a:uFillTx/>
                          <a:latin typeface="HP Simplified Light" panose="020B0404020204020204" pitchFamily="34" charset="0"/>
                          <a:ea typeface="+mn-ea"/>
                          <a:cs typeface="+mn-cs"/>
                          <a:sym typeface="Arial"/>
                        </a:rPr>
                        <a:t>Consumer</a:t>
                      </a:r>
                      <a:endParaRPr lang="en-US" sz="1200" b="1">
                        <a:solidFill>
                          <a:srgbClr val="000000"/>
                        </a:solidFill>
                        <a:effectLst/>
                        <a:latin typeface="HP Simplified Light" panose="020B0404020204020204" pitchFamily="34" charset="0"/>
                      </a:endParaRP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b="1">
                          <a:solidFill>
                            <a:srgbClr val="000000"/>
                          </a:solidFill>
                          <a:effectLst/>
                          <a:latin typeface="HP Simplified Light" panose="020B0404020204020204" pitchFamily="34" charset="0"/>
                        </a:rPr>
                        <a:t>Traditional Agent</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b="1">
                          <a:solidFill>
                            <a:srgbClr val="000000"/>
                          </a:solidFill>
                          <a:effectLst/>
                          <a:latin typeface="HP Simplified Light" panose="020B0404020204020204" pitchFamily="34" charset="0"/>
                        </a:rPr>
                        <a:t>Print</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b="1">
                          <a:solidFill>
                            <a:srgbClr val="000000"/>
                          </a:solidFill>
                          <a:effectLst/>
                          <a:latin typeface="HP Simplified Light" panose="020B0404020204020204" pitchFamily="34" charset="0"/>
                        </a:rPr>
                        <a:t>Instant Ink</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a:solidFill>
                            <a:srgbClr val="000000"/>
                          </a:solidFill>
                          <a:effectLst/>
                          <a:latin typeface="HP Simplified Light" panose="020B0404020204020204" pitchFamily="34" charset="0"/>
                        </a:rPr>
                        <a:t>Cartridge Order</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US" sz="1200">
                          <a:solidFill>
                            <a:srgbClr val="000000"/>
                          </a:solidFill>
                          <a:effectLst/>
                          <a:latin typeface="HP Simplified Light" panose="020B0404020204020204" pitchFamily="34" charset="0"/>
                        </a:rPr>
                        <a:t>Subscription Change</a:t>
                      </a:r>
                    </a:p>
                  </a:txBody>
                  <a:tcPr marL="28561" marR="28561" marT="19040" marB="1904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t"/>
                      <a:r>
                        <a:rPr lang="en-US" sz="1200">
                          <a:solidFill>
                            <a:srgbClr val="000000"/>
                          </a:solidFill>
                          <a:effectLst/>
                          <a:latin typeface="HP Simplified Light" panose="020B0404020204020204" pitchFamily="34" charset="0"/>
                        </a:rPr>
                        <a:t>Self-Service Guidance</a:t>
                      </a:r>
                    </a:p>
                  </a:txBody>
                  <a:tcPr marL="28561" marR="28561" marT="19040" marB="1904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t" latinLnBrk="0" hangingPunct="1">
                        <a:lnSpc>
                          <a:spcPct val="100000"/>
                        </a:lnSpc>
                        <a:spcBef>
                          <a:spcPts val="0"/>
                        </a:spcBef>
                        <a:spcAft>
                          <a:spcPts val="0"/>
                        </a:spcAft>
                        <a:buClr>
                          <a:srgbClr val="000000"/>
                        </a:buClr>
                        <a:buSzTx/>
                        <a:buFont typeface="Arial"/>
                        <a:buNone/>
                        <a:tabLst/>
                        <a:defRPr/>
                      </a:pPr>
                      <a:endParaRPr lang="en-US" sz="1200" dirty="0">
                        <a:effectLst/>
                        <a:latin typeface="HP Simplified Light" panose="020B0404020204020204" pitchFamily="34" charset="0"/>
                      </a:endParaRPr>
                    </a:p>
                  </a:txBody>
                  <a:tcPr marL="28561" marR="28561" marT="19040" marB="1904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0215162"/>
                  </a:ext>
                </a:extLst>
              </a:tr>
              <a:tr h="539823">
                <a:tc>
                  <a:txBody>
                    <a:bodyPr/>
                    <a:lstStyle/>
                    <a:p>
                      <a:pPr algn="ctr" rtl="0" fontAlgn="t"/>
                      <a:r>
                        <a:rPr lang="en-US" sz="1200" b="1">
                          <a:solidFill>
                            <a:srgbClr val="000000"/>
                          </a:solidFill>
                          <a:effectLst/>
                          <a:latin typeface="HP Simplified Light" panose="020B0404020204020204" pitchFamily="34" charset="0"/>
                        </a:rPr>
                        <a:t>5</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b="1">
                          <a:solidFill>
                            <a:srgbClr val="000000"/>
                          </a:solidFill>
                          <a:effectLst/>
                          <a:latin typeface="HP Simplified Light" panose="020B0404020204020204" pitchFamily="34" charset="0"/>
                        </a:rPr>
                        <a:t>Consumer</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b="1">
                          <a:solidFill>
                            <a:srgbClr val="000000"/>
                          </a:solidFill>
                          <a:effectLst/>
                          <a:latin typeface="HP Simplified Light" panose="020B0404020204020204" pitchFamily="34" charset="0"/>
                        </a:rPr>
                        <a:t>Gig Agent</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b="1">
                          <a:solidFill>
                            <a:srgbClr val="000000"/>
                          </a:solidFill>
                          <a:effectLst/>
                          <a:latin typeface="HP Simplified Light" panose="020B0404020204020204" pitchFamily="34" charset="0"/>
                        </a:rPr>
                        <a:t>PC</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b="1">
                          <a:solidFill>
                            <a:srgbClr val="000000"/>
                          </a:solidFill>
                          <a:effectLst/>
                          <a:latin typeface="HP Simplified Light" panose="020B0404020204020204" pitchFamily="34" charset="0"/>
                        </a:rPr>
                        <a:t>Hard Disk Failure</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a:solidFill>
                            <a:srgbClr val="000000"/>
                          </a:solidFill>
                          <a:effectLst/>
                          <a:latin typeface="HP Simplified Light" panose="020B0404020204020204" pitchFamily="34" charset="0"/>
                        </a:rPr>
                        <a:t>Troubleshooting</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US" sz="1200">
                          <a:solidFill>
                            <a:srgbClr val="000000"/>
                          </a:solidFill>
                          <a:effectLst/>
                          <a:latin typeface="HP Simplified Light" panose="020B0404020204020204" pitchFamily="34" charset="0"/>
                        </a:rPr>
                        <a:t>Part Order Macro</a:t>
                      </a:r>
                    </a:p>
                  </a:txBody>
                  <a:tcPr marL="28561" marR="28561" marT="19040" marB="1904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t"/>
                      <a:r>
                        <a:rPr lang="en-US" sz="1200">
                          <a:solidFill>
                            <a:srgbClr val="000000"/>
                          </a:solidFill>
                          <a:effectLst/>
                          <a:latin typeface="HP Simplified Light" panose="020B0404020204020204" pitchFamily="34" charset="0"/>
                        </a:rPr>
                        <a:t>Address Update</a:t>
                      </a:r>
                    </a:p>
                  </a:txBody>
                  <a:tcPr marL="28561" marR="28561" marT="19040" marB="1904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dirty="0">
                        <a:solidFill>
                          <a:srgbClr val="000000"/>
                        </a:solidFill>
                        <a:effectLst/>
                        <a:latin typeface="HP Simplified Light" panose="020B0404020204020204" pitchFamily="34" charset="0"/>
                      </a:endParaRPr>
                    </a:p>
                  </a:txBody>
                  <a:tcPr marL="28561" marR="28561" marT="19040" marB="1904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42255623"/>
                  </a:ext>
                </a:extLst>
              </a:tr>
              <a:tr h="539823">
                <a:tc>
                  <a:txBody>
                    <a:bodyPr/>
                    <a:lstStyle/>
                    <a:p>
                      <a:pPr algn="ctr" rtl="0" fontAlgn="t"/>
                      <a:r>
                        <a:rPr lang="en-US" sz="1200" b="1">
                          <a:solidFill>
                            <a:srgbClr val="000000"/>
                          </a:solidFill>
                          <a:effectLst/>
                          <a:latin typeface="HP Simplified Light" panose="020B0404020204020204" pitchFamily="34" charset="0"/>
                        </a:rPr>
                        <a:t>6</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kumimoji="0" lang="en-US" sz="1200" b="1" i="0" u="none" strike="noStrike" kern="0" cap="none" spc="0" normalizeH="0" baseline="0" noProof="0">
                          <a:ln>
                            <a:noFill/>
                          </a:ln>
                          <a:solidFill>
                            <a:srgbClr val="000000"/>
                          </a:solidFill>
                          <a:effectLst/>
                          <a:uLnTx/>
                          <a:uFillTx/>
                          <a:latin typeface="HP Simplified Light" panose="020B0404020204020204" pitchFamily="34" charset="0"/>
                          <a:ea typeface="+mn-ea"/>
                          <a:cs typeface="+mn-cs"/>
                          <a:sym typeface="Arial"/>
                        </a:rPr>
                        <a:t>Consumer</a:t>
                      </a:r>
                      <a:endParaRPr lang="en-US" sz="1200" b="1">
                        <a:solidFill>
                          <a:srgbClr val="000000"/>
                        </a:solidFill>
                        <a:effectLst/>
                        <a:latin typeface="HP Simplified Light" panose="020B0404020204020204" pitchFamily="34" charset="0"/>
                      </a:endParaRP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marL="0" marR="0" lvl="0" indent="0" algn="ctr" defTabSz="914400" rtl="0" eaLnBrk="1" fontAlgn="t" latinLnBrk="0" hangingPunct="1">
                        <a:lnSpc>
                          <a:spcPct val="100000"/>
                        </a:lnSpc>
                        <a:spcBef>
                          <a:spcPts val="0"/>
                        </a:spcBef>
                        <a:spcAft>
                          <a:spcPts val="0"/>
                        </a:spcAft>
                        <a:buClr>
                          <a:srgbClr val="000000"/>
                        </a:buClr>
                        <a:buSzTx/>
                        <a:buFont typeface="Arial"/>
                        <a:buNone/>
                        <a:tabLst/>
                        <a:defRPr/>
                      </a:pPr>
                      <a:r>
                        <a:rPr lang="en-US" sz="1200" b="1">
                          <a:solidFill>
                            <a:srgbClr val="000000"/>
                          </a:solidFill>
                          <a:effectLst/>
                          <a:latin typeface="HP Simplified Light" panose="020B0404020204020204" pitchFamily="34" charset="0"/>
                        </a:rPr>
                        <a:t>Supervisor</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marL="0" marR="0" lvl="0" indent="0" algn="ctr" defTabSz="914400" rtl="0" eaLnBrk="1" fontAlgn="t"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000000"/>
                          </a:solidFill>
                          <a:effectLst/>
                          <a:uLnTx/>
                          <a:uFillTx/>
                          <a:latin typeface="HP Simplified Light" panose="020B0404020204020204" pitchFamily="34" charset="0"/>
                          <a:ea typeface="+mn-ea"/>
                          <a:cs typeface="+mn-cs"/>
                          <a:sym typeface="Arial"/>
                        </a:rPr>
                        <a:t>All</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lang="en-US" sz="1200" b="1">
                          <a:solidFill>
                            <a:srgbClr val="000000"/>
                          </a:solidFill>
                          <a:effectLst/>
                          <a:latin typeface="HP Simplified Light" panose="020B0404020204020204" pitchFamily="34" charset="0"/>
                        </a:rPr>
                        <a:t>Reporting Dashboard</a:t>
                      </a: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FEFEF"/>
                    </a:solidFill>
                  </a:tcPr>
                </a:tc>
                <a:tc>
                  <a:txBody>
                    <a:bodyPr/>
                    <a:lstStyle/>
                    <a:p>
                      <a:pPr algn="ctr" rtl="0" fontAlgn="t"/>
                      <a:r>
                        <a:rPr kumimoji="0" lang="en-US" sz="1200" b="0" i="0" u="none" strike="noStrike" kern="0" cap="none" spc="0" normalizeH="0" baseline="0" noProof="0">
                          <a:ln>
                            <a:noFill/>
                          </a:ln>
                          <a:solidFill>
                            <a:srgbClr val="000000"/>
                          </a:solidFill>
                          <a:effectLst/>
                          <a:uLnTx/>
                          <a:uFillTx/>
                          <a:latin typeface="HP Simplified Light" panose="020B0404020204020204" pitchFamily="34" charset="0"/>
                          <a:ea typeface="+mn-ea"/>
                          <a:cs typeface="+mn-cs"/>
                          <a:sym typeface="Arial"/>
                        </a:rPr>
                        <a:t>Analyze Team and Individual Metrics</a:t>
                      </a:r>
                      <a:endParaRPr lang="en-US" sz="1200">
                        <a:solidFill>
                          <a:srgbClr val="000000"/>
                        </a:solidFill>
                        <a:effectLst/>
                        <a:latin typeface="HP Simplified Light" panose="020B0404020204020204" pitchFamily="34" charset="0"/>
                      </a:endParaRPr>
                    </a:p>
                  </a:txBody>
                  <a:tcPr marL="28561" marR="28561" marT="19040" marB="1904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t" latinLnBrk="0" hangingPunct="1">
                        <a:lnSpc>
                          <a:spcPct val="100000"/>
                        </a:lnSpc>
                        <a:spcBef>
                          <a:spcPts val="0"/>
                        </a:spcBef>
                        <a:spcAft>
                          <a:spcPts val="0"/>
                        </a:spcAft>
                        <a:buClr>
                          <a:srgbClr val="000000"/>
                        </a:buClr>
                        <a:buSzTx/>
                        <a:buFont typeface="Arial"/>
                        <a:buNone/>
                        <a:tabLst/>
                        <a:defRPr/>
                      </a:pPr>
                      <a:r>
                        <a:rPr lang="en-US" sz="1200">
                          <a:solidFill>
                            <a:srgbClr val="000000"/>
                          </a:solidFill>
                          <a:effectLst/>
                          <a:latin typeface="HP Simplified Light" panose="020B0404020204020204" pitchFamily="34" charset="0"/>
                        </a:rPr>
                        <a:t>View Cases that Require Attention</a:t>
                      </a:r>
                    </a:p>
                  </a:txBody>
                  <a:tcPr marL="28561" marR="28561" marT="19040" marB="1904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t" latinLnBrk="0" hangingPunct="1">
                        <a:lnSpc>
                          <a:spcPct val="100000"/>
                        </a:lnSpc>
                        <a:spcBef>
                          <a:spcPts val="0"/>
                        </a:spcBef>
                        <a:spcAft>
                          <a:spcPts val="0"/>
                        </a:spcAft>
                        <a:buClr>
                          <a:srgbClr val="000000"/>
                        </a:buClr>
                        <a:buSzTx/>
                        <a:buFont typeface="Arial"/>
                        <a:buNone/>
                        <a:tabLst/>
                        <a:defRPr/>
                      </a:pPr>
                      <a:r>
                        <a:rPr lang="en-US" sz="1200">
                          <a:solidFill>
                            <a:srgbClr val="000000"/>
                          </a:solidFill>
                          <a:effectLst/>
                          <a:latin typeface="HP Simplified Light" panose="020B0404020204020204" pitchFamily="34" charset="0"/>
                        </a:rPr>
                        <a:t>Execute Call Backs, Transfers or Rescheduled</a:t>
                      </a:r>
                    </a:p>
                  </a:txBody>
                  <a:tcPr marL="28561" marR="28561" marT="19040" marB="1904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endParaRPr lang="en-US" sz="1200" dirty="0">
                        <a:effectLst/>
                        <a:latin typeface="HP Simplified Light" panose="020B0404020204020204" pitchFamily="34" charset="0"/>
                      </a:endParaRPr>
                    </a:p>
                  </a:txBody>
                  <a:tcPr marL="28561" marR="28561" marT="19040" marB="19040" anchor="ctr">
                    <a:lnL w="9525" cap="flat" cmpd="sng" algn="ctr">
                      <a:noFill/>
                      <a:prstDash val="solid"/>
                      <a:round/>
                      <a:headEnd type="none" w="med" len="med"/>
                      <a:tailEnd type="none" w="med" len="med"/>
                    </a:lnL>
                    <a:lnR w="2857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0107420"/>
                  </a:ext>
                </a:extLst>
              </a:tr>
            </a:tbl>
          </a:graphicData>
        </a:graphic>
      </p:graphicFrame>
      <p:sp>
        <p:nvSpPr>
          <p:cNvPr id="31" name="TextBox 30">
            <a:extLst>
              <a:ext uri="{FF2B5EF4-FFF2-40B4-BE49-F238E27FC236}">
                <a16:creationId xmlns:a16="http://schemas.microsoft.com/office/drawing/2014/main" id="{71784AC6-9E50-4846-8720-645BD8238D09}"/>
              </a:ext>
            </a:extLst>
          </p:cNvPr>
          <p:cNvSpPr txBox="1"/>
          <p:nvPr/>
        </p:nvSpPr>
        <p:spPr>
          <a:xfrm>
            <a:off x="5639038" y="3280083"/>
            <a:ext cx="913924" cy="913924"/>
          </a:xfrm>
          <a:prstGeom prst="rect">
            <a:avLst/>
          </a:prstGeom>
          <a:noFill/>
        </p:spPr>
        <p:txBody>
          <a:bodyPr wrap="square" lIns="0" tIns="0" rIns="0" bIns="0" rtlCol="0">
            <a:noAutofit/>
          </a:bodyPr>
          <a:lstStyle/>
          <a:p>
            <a:pPr defTabSz="914126">
              <a:lnSpc>
                <a:spcPct val="90000"/>
              </a:lnSpc>
            </a:pPr>
            <a:endParaRPr lang="en-US" sz="1798" err="1">
              <a:solidFill>
                <a:srgbClr val="000000"/>
              </a:solidFill>
              <a:latin typeface="Arial"/>
            </a:endParaRPr>
          </a:p>
        </p:txBody>
      </p:sp>
      <p:pic>
        <p:nvPicPr>
          <p:cNvPr id="8" name="Picture 7">
            <a:hlinkClick r:id="rId5"/>
            <a:extLst>
              <a:ext uri="{FF2B5EF4-FFF2-40B4-BE49-F238E27FC236}">
                <a16:creationId xmlns:a16="http://schemas.microsoft.com/office/drawing/2014/main" id="{A26190AE-2484-4952-BD90-B06D313430E1}"/>
              </a:ext>
            </a:extLst>
          </p:cNvPr>
          <p:cNvPicPr>
            <a:picLocks noChangeAspect="1"/>
          </p:cNvPicPr>
          <p:nvPr/>
        </p:nvPicPr>
        <p:blipFill>
          <a:blip r:embed="rId6"/>
          <a:stretch>
            <a:fillRect/>
          </a:stretch>
        </p:blipFill>
        <p:spPr>
          <a:xfrm>
            <a:off x="10902184" y="2395288"/>
            <a:ext cx="577293" cy="321730"/>
          </a:xfrm>
          <a:prstGeom prst="rect">
            <a:avLst/>
          </a:prstGeom>
          <a:ln>
            <a:solidFill>
              <a:schemeClr val="accent1"/>
            </a:solidFill>
          </a:ln>
        </p:spPr>
      </p:pic>
      <p:pic>
        <p:nvPicPr>
          <p:cNvPr id="10" name="Picture 9">
            <a:hlinkClick r:id="rId7"/>
            <a:extLst>
              <a:ext uri="{FF2B5EF4-FFF2-40B4-BE49-F238E27FC236}">
                <a16:creationId xmlns:a16="http://schemas.microsoft.com/office/drawing/2014/main" id="{69E3B23B-3FB0-47DD-9AE7-04EB6BB5CBEA}"/>
              </a:ext>
            </a:extLst>
          </p:cNvPr>
          <p:cNvPicPr>
            <a:picLocks noChangeAspect="1"/>
          </p:cNvPicPr>
          <p:nvPr/>
        </p:nvPicPr>
        <p:blipFill>
          <a:blip r:embed="rId6"/>
          <a:stretch>
            <a:fillRect/>
          </a:stretch>
        </p:blipFill>
        <p:spPr>
          <a:xfrm>
            <a:off x="10902184" y="2958353"/>
            <a:ext cx="577293" cy="321730"/>
          </a:xfrm>
          <a:prstGeom prst="rect">
            <a:avLst/>
          </a:prstGeom>
          <a:ln>
            <a:solidFill>
              <a:schemeClr val="accent1"/>
            </a:solidFill>
          </a:ln>
        </p:spPr>
      </p:pic>
      <p:pic>
        <p:nvPicPr>
          <p:cNvPr id="11" name="Picture 10">
            <a:hlinkClick r:id="rId8"/>
            <a:extLst>
              <a:ext uri="{FF2B5EF4-FFF2-40B4-BE49-F238E27FC236}">
                <a16:creationId xmlns:a16="http://schemas.microsoft.com/office/drawing/2014/main" id="{FF1ADFE9-F89F-4856-B417-5D59B1277403}"/>
              </a:ext>
            </a:extLst>
          </p:cNvPr>
          <p:cNvPicPr>
            <a:picLocks noChangeAspect="1"/>
          </p:cNvPicPr>
          <p:nvPr/>
        </p:nvPicPr>
        <p:blipFill>
          <a:blip r:embed="rId6"/>
          <a:stretch>
            <a:fillRect/>
          </a:stretch>
        </p:blipFill>
        <p:spPr>
          <a:xfrm>
            <a:off x="10902184" y="3487781"/>
            <a:ext cx="577293" cy="321730"/>
          </a:xfrm>
          <a:prstGeom prst="rect">
            <a:avLst/>
          </a:prstGeom>
          <a:ln>
            <a:solidFill>
              <a:schemeClr val="accent1"/>
            </a:solidFill>
          </a:ln>
        </p:spPr>
      </p:pic>
      <p:pic>
        <p:nvPicPr>
          <p:cNvPr id="12" name="Picture 11">
            <a:hlinkClick r:id="rId9"/>
            <a:extLst>
              <a:ext uri="{FF2B5EF4-FFF2-40B4-BE49-F238E27FC236}">
                <a16:creationId xmlns:a16="http://schemas.microsoft.com/office/drawing/2014/main" id="{0D3E20AC-62B7-4904-B272-DB4154292876}"/>
              </a:ext>
            </a:extLst>
          </p:cNvPr>
          <p:cNvPicPr>
            <a:picLocks noChangeAspect="1"/>
          </p:cNvPicPr>
          <p:nvPr/>
        </p:nvPicPr>
        <p:blipFill>
          <a:blip r:embed="rId6"/>
          <a:stretch>
            <a:fillRect/>
          </a:stretch>
        </p:blipFill>
        <p:spPr>
          <a:xfrm>
            <a:off x="10902184" y="4017209"/>
            <a:ext cx="577293" cy="321730"/>
          </a:xfrm>
          <a:prstGeom prst="rect">
            <a:avLst/>
          </a:prstGeom>
          <a:ln>
            <a:solidFill>
              <a:schemeClr val="accent1"/>
            </a:solidFill>
          </a:ln>
        </p:spPr>
      </p:pic>
      <p:pic>
        <p:nvPicPr>
          <p:cNvPr id="13" name="Picture 12">
            <a:hlinkClick r:id="rId10"/>
            <a:extLst>
              <a:ext uri="{FF2B5EF4-FFF2-40B4-BE49-F238E27FC236}">
                <a16:creationId xmlns:a16="http://schemas.microsoft.com/office/drawing/2014/main" id="{5238F44E-1A95-45E6-924C-C2CC5E74090C}"/>
              </a:ext>
            </a:extLst>
          </p:cNvPr>
          <p:cNvPicPr>
            <a:picLocks noChangeAspect="1"/>
          </p:cNvPicPr>
          <p:nvPr/>
        </p:nvPicPr>
        <p:blipFill>
          <a:blip r:embed="rId6"/>
          <a:stretch>
            <a:fillRect/>
          </a:stretch>
        </p:blipFill>
        <p:spPr>
          <a:xfrm>
            <a:off x="10902184" y="4546637"/>
            <a:ext cx="577293" cy="321730"/>
          </a:xfrm>
          <a:prstGeom prst="rect">
            <a:avLst/>
          </a:prstGeom>
          <a:ln>
            <a:solidFill>
              <a:schemeClr val="accent1"/>
            </a:solidFill>
          </a:ln>
        </p:spPr>
      </p:pic>
      <p:pic>
        <p:nvPicPr>
          <p:cNvPr id="14" name="Picture 13">
            <a:hlinkClick r:id="rId11"/>
            <a:extLst>
              <a:ext uri="{FF2B5EF4-FFF2-40B4-BE49-F238E27FC236}">
                <a16:creationId xmlns:a16="http://schemas.microsoft.com/office/drawing/2014/main" id="{10DD7BF2-C95A-419A-AF20-21934BEDD4BE}"/>
              </a:ext>
            </a:extLst>
          </p:cNvPr>
          <p:cNvPicPr>
            <a:picLocks noChangeAspect="1"/>
          </p:cNvPicPr>
          <p:nvPr/>
        </p:nvPicPr>
        <p:blipFill>
          <a:blip r:embed="rId6"/>
          <a:stretch>
            <a:fillRect/>
          </a:stretch>
        </p:blipFill>
        <p:spPr>
          <a:xfrm>
            <a:off x="10902184" y="5109702"/>
            <a:ext cx="577293" cy="321730"/>
          </a:xfrm>
          <a:prstGeom prst="rect">
            <a:avLst/>
          </a:prstGeom>
          <a:ln>
            <a:solidFill>
              <a:schemeClr val="accent1"/>
            </a:solidFill>
          </a:ln>
        </p:spPr>
      </p:pic>
      <p:sp>
        <p:nvSpPr>
          <p:cNvPr id="4" name="TextBox 3">
            <a:extLst>
              <a:ext uri="{FF2B5EF4-FFF2-40B4-BE49-F238E27FC236}">
                <a16:creationId xmlns:a16="http://schemas.microsoft.com/office/drawing/2014/main" id="{8FB05EC2-6E0D-48E5-84B8-04E08BDCEFFD}"/>
              </a:ext>
            </a:extLst>
          </p:cNvPr>
          <p:cNvSpPr txBox="1"/>
          <p:nvPr/>
        </p:nvSpPr>
        <p:spPr>
          <a:xfrm>
            <a:off x="611031" y="5584563"/>
            <a:ext cx="1996957" cy="830997"/>
          </a:xfrm>
          <a:prstGeom prst="rect">
            <a:avLst/>
          </a:prstGeom>
          <a:noFill/>
        </p:spPr>
        <p:txBody>
          <a:bodyPr wrap="none" rtlCol="0">
            <a:spAutoFit/>
          </a:bodyPr>
          <a:lstStyle/>
          <a:p>
            <a:r>
              <a:rPr lang="en-US" sz="1200" b="1" dirty="0">
                <a:solidFill>
                  <a:schemeClr val="bg1">
                    <a:lumMod val="50000"/>
                  </a:schemeClr>
                </a:solidFill>
                <a:latin typeface="HP Simplified Light" panose="020B0404020204020204" pitchFamily="34" charset="0"/>
              </a:rPr>
              <a:t>Out of scope:</a:t>
            </a:r>
          </a:p>
          <a:p>
            <a:pPr marL="228600" indent="-228600">
              <a:buAutoNum type="arabicPeriod"/>
            </a:pPr>
            <a:r>
              <a:rPr lang="en-US" sz="1200" dirty="0">
                <a:solidFill>
                  <a:schemeClr val="bg1">
                    <a:lumMod val="50000"/>
                  </a:schemeClr>
                </a:solidFill>
                <a:latin typeface="HP Simplified Light" panose="020B0404020204020204" pitchFamily="34" charset="0"/>
              </a:rPr>
              <a:t>Search Page</a:t>
            </a:r>
          </a:p>
          <a:p>
            <a:pPr marL="228600" indent="-228600">
              <a:buAutoNum type="arabicPeriod"/>
            </a:pPr>
            <a:r>
              <a:rPr lang="en-US" sz="1200" dirty="0">
                <a:solidFill>
                  <a:schemeClr val="bg1">
                    <a:lumMod val="50000"/>
                  </a:schemeClr>
                </a:solidFill>
                <a:latin typeface="HP Simplified Light" panose="020B0404020204020204" pitchFamily="34" charset="0"/>
              </a:rPr>
              <a:t>Part Order, Material Order</a:t>
            </a:r>
          </a:p>
          <a:p>
            <a:pPr marL="228600" indent="-228600">
              <a:buAutoNum type="arabicPeriod"/>
            </a:pPr>
            <a:r>
              <a:rPr lang="en-US" sz="1200" dirty="0">
                <a:solidFill>
                  <a:schemeClr val="bg1">
                    <a:lumMod val="50000"/>
                  </a:schemeClr>
                </a:solidFill>
                <a:latin typeface="HP Simplified Light" panose="020B0404020204020204" pitchFamily="34" charset="0"/>
              </a:rPr>
              <a:t>Work Order and dispatch</a:t>
            </a:r>
          </a:p>
        </p:txBody>
      </p:sp>
    </p:spTree>
    <p:extLst>
      <p:ext uri="{BB962C8B-B14F-4D97-AF65-F5344CB8AC3E}">
        <p14:creationId xmlns:p14="http://schemas.microsoft.com/office/powerpoint/2010/main" val="1736368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45505DB2-C4C8-4B2D-BB34-42AC5C0F7CAC}"/>
              </a:ext>
            </a:extLst>
          </p:cNvPr>
          <p:cNvSpPr>
            <a:spLocks noGrp="1"/>
          </p:cNvSpPr>
          <p:nvPr>
            <p:ph type="body" sz="quarter" idx="16"/>
          </p:nvPr>
        </p:nvSpPr>
        <p:spPr/>
        <p:txBody>
          <a:bodyPr/>
          <a:lstStyle/>
          <a:p>
            <a:r>
              <a:rPr lang="en-US" dirty="0"/>
              <a:t>Thank you</a:t>
            </a:r>
          </a:p>
        </p:txBody>
      </p:sp>
    </p:spTree>
    <p:extLst>
      <p:ext uri="{BB962C8B-B14F-4D97-AF65-F5344CB8AC3E}">
        <p14:creationId xmlns:p14="http://schemas.microsoft.com/office/powerpoint/2010/main" val="40684154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HP Corporate Template 2022">
  <a:themeElements>
    <a:clrScheme name="HP Corporate Blue Template">
      <a:dk1>
        <a:sysClr val="windowText" lastClr="000000"/>
      </a:dk1>
      <a:lt1>
        <a:sysClr val="window" lastClr="FFFFFF"/>
      </a:lt1>
      <a:dk2>
        <a:srgbClr val="BBD8FC"/>
      </a:dk2>
      <a:lt2>
        <a:srgbClr val="CCE2FD"/>
      </a:lt2>
      <a:accent1>
        <a:srgbClr val="AACFFB"/>
      </a:accent1>
      <a:accent2>
        <a:srgbClr val="98C5FA"/>
      </a:accent2>
      <a:accent3>
        <a:srgbClr val="87BBFA"/>
      </a:accent3>
      <a:accent4>
        <a:srgbClr val="76B1F9"/>
      </a:accent4>
      <a:accent5>
        <a:srgbClr val="65A8F8"/>
      </a:accent5>
      <a:accent6>
        <a:srgbClr val="549EF7"/>
      </a:accent6>
      <a:hlink>
        <a:srgbClr val="074B9E"/>
      </a:hlink>
      <a:folHlink>
        <a:srgbClr val="549EF7"/>
      </a:folHlink>
    </a:clrScheme>
    <a:fontScheme name="HP Corporate Template 2022">
      <a:majorFont>
        <a:latin typeface="Forma DJR Display"/>
        <a:ea typeface=""/>
        <a:cs typeface=""/>
      </a:majorFont>
      <a:minorFont>
        <a:latin typeface="Forma DJR Mic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6"/>
        </a:solidFill>
        <a:ln>
          <a:noFill/>
        </a:ln>
      </a:spPr>
      <a:bodyPr rtlCol="0" anchor="ctr"/>
      <a:lstStyle>
        <a:defPPr algn="ctr">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black">
        <a:ln w="1587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90000"/>
          </a:lnSpc>
          <a:spcBef>
            <a:spcPts val="1000"/>
          </a:spcBef>
          <a:defRPr dirty="0" err="1" smtClean="0"/>
        </a:defPPr>
      </a:lstStyle>
    </a:txDef>
  </a:objectDefaults>
  <a:extraClrSchemeLst/>
  <a:extLst>
    <a:ext uri="{05A4C25C-085E-4340-85A3-A5531E510DB2}">
      <thm15:themeFamily xmlns:thm15="http://schemas.microsoft.com/office/thememl/2012/main" name="HP_2022_Corporate Blue Template" id="{AF94D80D-A847-4FD6-9293-869A9B1F3B8C}" vid="{8FF7ACE9-B43D-47FB-933C-EE73EC4A8AB8}"/>
    </a:ext>
  </a:extLst>
</a:theme>
</file>

<file path=ppt/theme/theme2.xml><?xml version="1.0" encoding="utf-8"?>
<a:theme xmlns:a="http://schemas.openxmlformats.org/drawingml/2006/main" name="Office Theme">
  <a:themeElements>
    <a:clrScheme name="HP Corporate Blue Template">
      <a:dk1>
        <a:sysClr val="windowText" lastClr="000000"/>
      </a:dk1>
      <a:lt1>
        <a:sysClr val="window" lastClr="FFFFFF"/>
      </a:lt1>
      <a:dk2>
        <a:srgbClr val="BBD8FC"/>
      </a:dk2>
      <a:lt2>
        <a:srgbClr val="CCE2FD"/>
      </a:lt2>
      <a:accent1>
        <a:srgbClr val="AACFFB"/>
      </a:accent1>
      <a:accent2>
        <a:srgbClr val="98C5FA"/>
      </a:accent2>
      <a:accent3>
        <a:srgbClr val="87BBFA"/>
      </a:accent3>
      <a:accent4>
        <a:srgbClr val="76B1F9"/>
      </a:accent4>
      <a:accent5>
        <a:srgbClr val="65A8F8"/>
      </a:accent5>
      <a:accent6>
        <a:srgbClr val="549EF7"/>
      </a:accent6>
      <a:hlink>
        <a:srgbClr val="074B9E"/>
      </a:hlink>
      <a:folHlink>
        <a:srgbClr val="549EF7"/>
      </a:folHlink>
    </a:clrScheme>
    <a:fontScheme name="HP Corporate Template 2022">
      <a:majorFont>
        <a:latin typeface="Forma DJR Display"/>
        <a:ea typeface=""/>
        <a:cs typeface=""/>
      </a:majorFont>
      <a:minorFont>
        <a:latin typeface="Forma DJR Mic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HP Corporate Blue Template">
      <a:dk1>
        <a:sysClr val="windowText" lastClr="000000"/>
      </a:dk1>
      <a:lt1>
        <a:sysClr val="window" lastClr="FFFFFF"/>
      </a:lt1>
      <a:dk2>
        <a:srgbClr val="BBD8FC"/>
      </a:dk2>
      <a:lt2>
        <a:srgbClr val="CCE2FD"/>
      </a:lt2>
      <a:accent1>
        <a:srgbClr val="AACFFB"/>
      </a:accent1>
      <a:accent2>
        <a:srgbClr val="98C5FA"/>
      </a:accent2>
      <a:accent3>
        <a:srgbClr val="87BBFA"/>
      </a:accent3>
      <a:accent4>
        <a:srgbClr val="76B1F9"/>
      </a:accent4>
      <a:accent5>
        <a:srgbClr val="65A8F8"/>
      </a:accent5>
      <a:accent6>
        <a:srgbClr val="549EF7"/>
      </a:accent6>
      <a:hlink>
        <a:srgbClr val="074B9E"/>
      </a:hlink>
      <a:folHlink>
        <a:srgbClr val="549EF7"/>
      </a:folHlink>
    </a:clrScheme>
    <a:fontScheme name="HP Corporate Template 2022">
      <a:majorFont>
        <a:latin typeface="Forma DJR Display"/>
        <a:ea typeface=""/>
        <a:cs typeface=""/>
      </a:majorFont>
      <a:minorFont>
        <a:latin typeface="Forma DJR Mic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dlc_DocId xmlns="a1a5bdf8-7b1c-4abd-b27e-a56936c13dce">26H5FZPN6AD2-2145098226-957796</_dlc_DocId>
    <_dlc_DocIdUrl xmlns="a1a5bdf8-7b1c-4abd-b27e-a56936c13dce">
      <Url>https://nmredmond.sharepoint.com/_layouts/15/DocIdRedir.aspx?ID=26H5FZPN6AD2-2145098226-957796</Url>
      <Description>26H5FZPN6AD2-2145098226-957796</Description>
    </_dlc_DocIdUrl>
    <ExternalLinks xmlns="dbdb4487-73a2-4f24-a0c5-200ed33b692d">
      <Url xsi:nil="true"/>
      <Description xsi:nil="true"/>
    </ExternalLinks>
    <_Flow_SignoffStatus xmlns="dbdb4487-73a2-4f24-a0c5-200ed33b692d" xsi:nil="true"/>
    <SharedWithUsers xmlns="a1a5bdf8-7b1c-4abd-b27e-a56936c13dce">
      <UserInfo>
        <DisplayName>Kathrin Blatter</DisplayName>
        <AccountId>4294</AccountId>
        <AccountType/>
      </UserInfo>
    </SharedWithUsers>
    <lcf76f155ced4ddcb4097134ff3c332f xmlns="dbdb4487-73a2-4f24-a0c5-200ed33b692d">
      <Terms xmlns="http://schemas.microsoft.com/office/infopath/2007/PartnerControls"/>
    </lcf76f155ced4ddcb4097134ff3c332f>
    <TaxCatchAll xmlns="a1a5bdf8-7b1c-4abd-b27e-a56936c13dc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9EB629E78A40F4C8EECC04BDB75E780" ma:contentTypeVersion="4913" ma:contentTypeDescription="Create a new document." ma:contentTypeScope="" ma:versionID="d2e375bafc7c0164784272b86a1a4fd5">
  <xsd:schema xmlns:xsd="http://www.w3.org/2001/XMLSchema" xmlns:xs="http://www.w3.org/2001/XMLSchema" xmlns:p="http://schemas.microsoft.com/office/2006/metadata/properties" xmlns:ns2="a1a5bdf8-7b1c-4abd-b27e-a56936c13dce" xmlns:ns3="dbdb4487-73a2-4f24-a0c5-200ed33b692d" targetNamespace="http://schemas.microsoft.com/office/2006/metadata/properties" ma:root="true" ma:fieldsID="e92cb6e7e2c582edad9ae7e93fdb01df" ns2:_="" ns3:_="">
    <xsd:import namespace="a1a5bdf8-7b1c-4abd-b27e-a56936c13dce"/>
    <xsd:import namespace="dbdb4487-73a2-4f24-a0c5-200ed33b692d"/>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2:SharedWithUsers" minOccurs="0"/>
                <xsd:element ref="ns2:SharedWithDetails" minOccurs="0"/>
                <xsd:element ref="ns3:MediaServiceOCR" minOccurs="0"/>
                <xsd:element ref="ns3:MediaServiceAutoKeyPoints" minOccurs="0"/>
                <xsd:element ref="ns3:MediaServiceKeyPoints" minOccurs="0"/>
                <xsd:element ref="ns3:MediaServiceLocation" minOccurs="0"/>
                <xsd:element ref="ns3:ExternalLinks" minOccurs="0"/>
                <xsd:element ref="ns3:_Flow_SignoffStatus" minOccurs="0"/>
                <xsd:element ref="ns3:MediaLengthInSecond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a5bdf8-7b1c-4abd-b27e-a56936c13dce"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8" nillable="true" ma:displayName="Taxonomy Catch All Column" ma:hidden="true" ma:list="{7da50aa3-2fb2-4fc5-b97f-7d8c642e7c52}" ma:internalName="TaxCatchAll" ma:showField="CatchAllData" ma:web="a1a5bdf8-7b1c-4abd-b27e-a56936c13dc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bdb4487-73a2-4f24-a0c5-200ed33b692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ServiceLocation" ma:index="22" nillable="true" ma:displayName="Location" ma:internalName="MediaServiceLocation" ma:readOnly="true">
      <xsd:simpleType>
        <xsd:restriction base="dms:Text"/>
      </xsd:simpleType>
    </xsd:element>
    <xsd:element name="ExternalLinks" ma:index="23" nillable="true" ma:displayName="External Links" ma:format="Hyperlink" ma:internalName="ExternalLinks">
      <xsd:complexType>
        <xsd:complexContent>
          <xsd:extension base="dms:URL">
            <xsd:sequence>
              <xsd:element name="Url" type="dms:ValidUrl" minOccurs="0" nillable="true"/>
              <xsd:element name="Description" type="xsd:string" nillable="true"/>
            </xsd:sequence>
          </xsd:extension>
        </xsd:complexContent>
      </xsd:complexType>
    </xsd:element>
    <xsd:element name="_Flow_SignoffStatus" ma:index="24"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17758dbb-9a1b-4917-afbd-06f1f98d37a3"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8DA29134-8142-437F-BCBB-6FDF89221315}">
  <ds:schemaRefs>
    <ds:schemaRef ds:uri="http://schemas.microsoft.com/sharepoint/v3/contenttype/forms"/>
  </ds:schemaRefs>
</ds:datastoreItem>
</file>

<file path=customXml/itemProps2.xml><?xml version="1.0" encoding="utf-8"?>
<ds:datastoreItem xmlns:ds="http://schemas.openxmlformats.org/officeDocument/2006/customXml" ds:itemID="{902CF860-9034-4E5E-B928-6B0756D7D432}">
  <ds:schemaRefs>
    <ds:schemaRef ds:uri="a1a5bdf8-7b1c-4abd-b27e-a56936c13dce"/>
    <ds:schemaRef ds:uri="dbdb4487-73a2-4f24-a0c5-200ed33b692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58D6EC3-15CA-47E5-A751-D841EE9019A9}">
  <ds:schemaRefs>
    <ds:schemaRef ds:uri="a1a5bdf8-7b1c-4abd-b27e-a56936c13dce"/>
    <ds:schemaRef ds:uri="dbdb4487-73a2-4f24-a0c5-200ed33b692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EC702975-A68F-4B87-BF91-79863F2065DA}">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HP_2022_Corporate Blue Template</Template>
  <TotalTime>192</TotalTime>
  <Words>854</Words>
  <Application>Microsoft Office PowerPoint</Application>
  <PresentationFormat>Widescreen</PresentationFormat>
  <Paragraphs>233</Paragraphs>
  <Slides>11</Slides>
  <Notes>9</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20" baseType="lpstr">
      <vt:lpstr>Agency FB</vt:lpstr>
      <vt:lpstr>Arial</vt:lpstr>
      <vt:lpstr>Forma DJR Display</vt:lpstr>
      <vt:lpstr>Forma DJR Micro</vt:lpstr>
      <vt:lpstr>HP Simplified</vt:lpstr>
      <vt:lpstr>HP Simplified Light</vt:lpstr>
      <vt:lpstr>Wingdings</vt:lpstr>
      <vt:lpstr>HP Corporate Template 2022</vt:lpstr>
      <vt:lpstr>think-cell Slide</vt:lpstr>
      <vt:lpstr>PowerPoint Presentation</vt:lpstr>
      <vt:lpstr>PowerPoint Presentation</vt:lpstr>
      <vt:lpstr>What have been done? </vt:lpstr>
      <vt:lpstr>Data comparison </vt:lpstr>
      <vt:lpstr>Prevent</vt:lpstr>
      <vt:lpstr>PowerPoint Presentation</vt:lpstr>
      <vt:lpstr>Unified CRM strategic lines </vt:lpstr>
      <vt:lpstr>Improve case data</vt:lpstr>
      <vt:lpstr>FLEXIBLE AGENT Workspace</vt:lpstr>
      <vt:lpstr>Prototype for Flexible Agent Workspace design based on six scenarios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Barahona, Dailyn Vanessa</dc:creator>
  <cp:lastModifiedBy>Barahona, Dailyn Vanessa</cp:lastModifiedBy>
  <cp:revision>15</cp:revision>
  <dcterms:created xsi:type="dcterms:W3CDTF">2022-09-02T17:50:53Z</dcterms:created>
  <dcterms:modified xsi:type="dcterms:W3CDTF">2026-05-16T00:42:43Z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0x01010009EB629E78A40F4C8EECC04BDB75E780</vt:lpwstr>
  </property>
  <property fmtid="{D5CDD505-2E9C-101B-9397-08002B2CF9AE}" pid="3" name="_dlc_DocIdItemGuid">
    <vt:lpwstr>e30196d5-768a-4a9f-b44c-513b74362139</vt:lpwstr>
  </property>
  <property fmtid="{D5CDD505-2E9C-101B-9397-08002B2CF9AE}" pid="4" name="MediaServiceImageTags">
    <vt:lpwstr/>
  </property>
</Properties>
</file>